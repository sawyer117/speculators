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B222E"/>
                </a:solidFill>
                <a:latin typeface="微软雅黑"/>
                <a:ea typeface="微软雅黑"/>
              </a:rPr>
              <a:t>自适应投机解码的图模式代价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900" b="0">
                <a:solidFill>
                  <a:srgbClr val="5B6677"/>
                </a:solidFill>
                <a:latin typeface="微软雅黑"/>
                <a:ea typeface="微软雅黑"/>
              </a:rPr>
              <a:t>昇腾 NPU 上的真实瓶颈在哪 —— 通用模型与 DSV4 两条路线</a:t>
            </a:r>
          </a:p>
          <a:p>
            <a:pPr algn="l"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技术备忘录 · 结论出自 vllm-ascend 源码、vLLM PR #48692、昇腾算子文档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结论速览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自适应投机按置信度给每个请求分配 K_i 以少算 target token;设备图要求形状/地址/执行路径固定。问题不是“能不能省”,而是“为适配图付出的额外开销是否吃掉收益”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600200"/>
          <a:ext cx="1124711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010"/>
                <a:gridCol w="6748272"/>
                <a:gridCol w="2586837"/>
              </a:tblGrid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结论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依据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① GPU 参考被高估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PR #48692 已关闭未合入;明确不做在线预算分配;仅 FLASH_ATTENTION;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作者自述测不出加速,收益体现在接受率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PR 正文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② 设备侧长度已存在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(但只在一族算子)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E7A4B"/>
                          </a:solidFill>
                          <a:latin typeface="微软雅黑"/>
                          <a:ea typeface="微软雅黑"/>
                        </a:rPr>
                        <a:t>DSA / lightning-indexer / SFA 收 torch.Tensor;FIA v2 收 host int 数组。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E7A4B"/>
                          </a:solidFill>
                          <a:latin typeface="微软雅黑"/>
                          <a:ea typeface="微软雅黑"/>
                        </a:rPr>
                        <a:t>DSV4 走 DSA → 前置条件已满足;通用稠密模型走 FIA → 卡住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device_op.py 签名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昇腾算子文档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③ 增量代价被误判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graph_task_update 固定-K 投机已在付;动态 K 的真正增量是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workspace 每轮 miss + 图键爆炸 + padding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 replay 路径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8920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微软雅黑"/>
                <a:ea typeface="微软雅黑"/>
              </a:rPr>
              <a:t>建议:先量化“动态分配到底少算多少 target token”,再决定是否啃图路径。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5B6677"/>
                </a:solidFill>
                <a:latin typeface="微软雅黑"/>
                <a:ea typeface="微软雅黑"/>
              </a:rPr>
              <a:t>GPU 侧原型在 8B 上做,verify 本来就便宜、压根没证明收益;收益随 target 变贵而放大 —— 大 MoE target 才是值得做的场景。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① GPU 参考:PR #48692 到底交付了什么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vLLM main · [MRV2][Spec Decode] Adaptive Speculative Decoding · closed / needs-rebase · 28 文件 +1240/−110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72768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7068"/>
                <a:gridCol w="3374136"/>
                <a:gridCol w="6185916"/>
              </a:tblGrid>
              <a:tr h="54864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通常的理解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PR 实际写的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验证预算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在线分配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明确不实现;改用用户配置的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num_speculative_tokens_per_batch_size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加速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已验证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“no significant speedup is measurable;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that is not the objective”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后端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仅 FLASH_ATTENTION 可用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4290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B222E"/>
                </a:solidFill>
                <a:latin typeface="微软雅黑"/>
                <a:ea typeface="微软雅黑"/>
              </a:rPr>
              <a:t>它真正交付的:变长 per-request 投机与 FULL CUDA Graph 共存 —— attention metadata 的变长兼容标志、structured outputs、logprobs、prefill/decode 混合 batch。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4617720"/>
          <a:ext cx="7863837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3705"/>
                <a:gridCol w="1730044"/>
                <a:gridCol w="1730044"/>
                <a:gridCol w="1730044"/>
              </a:tblGrid>
              <a:tr h="31089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SPEED-Bench 平均接受长度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静态 K=5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静态 K=7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自适应(上限7/有效5)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总体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3.445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3.918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3.707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F6FEB"/>
                </a:solidFill>
                <a:latin typeface="微软雅黑"/>
                <a:ea typeface="微软雅黑"/>
              </a:rPr>
              <a:t>⟹ 用 K=5 的预算拿到 K=5→K=7 之间约 55% 的接受率增益。这是它唯一被证实的收益,与延迟无关。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② 两条算子路径的分野 —— 决定通用模型与 DSV4 难度不同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“K_i 能否全程留在设备上”取决于走哪族算子,而不取决于硬件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72768"/>
          <a:ext cx="1124711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539"/>
                <a:gridCol w="4498848"/>
                <a:gridCol w="4948732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FIA v2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npu_fused_infer_attention_score_v2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 / lightning-indexer / SFA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torch.ops._C_ascend.npu_vllm_*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长度契约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Host 侧 int 数组(SymInt[])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torch.Tensor(设备侧)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代码证据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全部调用点 .tolist() 构造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actual_seq_lengths_q: list[int]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execute_sparse_flash_attention_process(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actual_seq_lengths_query: torch.Tensor, …)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调用处传 query_start_loc[1:].clone()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适用模型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通用稠密模型(Qwen3 等)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DeepSeek-V4-Flash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前置条件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不满足 —— 每轮长度必过 host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E7A4B"/>
                          </a:solidFill>
                          <a:latin typeface="微软雅黑"/>
                          <a:ea typeface="微软雅黑"/>
                        </a:rPr>
                        <a:t>已满足 —— 无需新造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0749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B222E"/>
                </a:solidFill>
                <a:latin typeface="微软雅黑"/>
                <a:ea typeface="微软雅黑"/>
              </a:rPr>
              <a:t>对照:GPU 侧 #48692 同样只覆盖 FLASH_ATTENTION —— 两边都是“先在一族算子上跑通,再谈通用”。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500" b="1">
                <a:solidFill>
                  <a:srgbClr val="1F6FEB"/>
                </a:solidFill>
                <a:latin typeface="微软雅黑"/>
                <a:ea typeface="微软雅黑"/>
              </a:rPr>
              <a:t>⟹ DSV4 可以现在就做;通用模型这条线的前置工作是让 FIA v2 接受设备张量长度(算子层改动),或接受每轮 host metadata 的代价。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③ 动态 K 的增量代价在哪 —— 不是 graph update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固定-K 投机早已入图,replay 前逐层更新 seq lengths 的开销已经在付了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572768"/>
            <a:ext cx="11247120" cy="2331720"/>
          </a:xfrm>
          <a:prstGeom prst="rect">
            <a:avLst/>
          </a:prstGeom>
          <a:solidFill>
            <a:srgbClr val="F2F5F9"/>
          </a:solidFill>
          <a:ln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# attention_v1.py —— 固定-K 投机的图 replay 已存在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if _EXTRA_CTX.is_draft_model: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    draft_step, key = draft_attn_key_steps[attn_count]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    actual_seq_lengths_q = attn_metadata[draft_step][key].actual_seq_lengths_q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torch.npu.graph_task_update_begin(update_stream, handle)   # 逐层更新 → 已有开销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# 但 workspace 缓存键正好是动态 K 会变的那个量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num_tokens = attn_metadata.actual_seq_lengths_q[-1]    # 本轮总 token 数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workspace  = graph_params.workspaces.get(num_tokens)   # 按总 token 数缓存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elif workspace is None:                                # 仅未命中时查询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B222E"/>
                </a:solidFill>
                <a:latin typeface="Consolas"/>
                <a:ea typeface="Consolas"/>
              </a:rPr>
              <a:t>    workspace = torch_npu._npu_fused_infer_attention_score_v2_get_max_workspace(...)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4069080"/>
          <a:ext cx="11247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4366"/>
                <a:gridCol w="1687068"/>
                <a:gridCol w="2811780"/>
                <a:gridCol w="4273905"/>
              </a:tblGrid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增量项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K_i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说明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workspace 查询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恒命中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每轮每层 miss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缓存键 = 总 token 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graph task update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已在付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E7A4B"/>
                          </a:solidFill>
                          <a:latin typeface="微软雅黑"/>
                          <a:ea typeface="微软雅黑"/>
                        </a:rPr>
                        <a:t>同左,无增量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两者都要逐层更新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图键 / 捕图数量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 个形状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按 K_i 组合爆炸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必须改为按 bucket 建键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padding 浪费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取决于 bucket 宽度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换取图可复用的代价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EB"/>
                </a:solidFill>
                <a:latin typeface="微软雅黑"/>
                <a:ea typeface="微软雅黑"/>
              </a:rPr>
              <a:t>修法是结构性的:缓存键与图键都改为 (batch bucket × 总验证 token bucket),捕图阶段一次性预分配 workspace。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适配清单 —— 两条路线分开推进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共用项做一次,路线项各自解决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72768"/>
          <a:ext cx="1124711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712"/>
                <a:gridCol w="3599078"/>
                <a:gridCol w="3261664"/>
                <a:gridCol w="3261664"/>
              </a:tblGrid>
              <a:tr h="11887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共用(先做)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DSV4 / DSA 路线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通用 / FIA 路线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工作项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workspace 与图键改为 bucket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捕图期预分配并长期复用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K_i→有效 token 的 compaction 全留设备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审计 .cpu() / .tolist() / 隐式 D2H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直接复用现有设备张量长度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验证 indexer/SAS 在变长下的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metadata 复用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端到端跑通并计时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FIA v2 接受设备张量长度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(算子层改动,或等上游)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否则按 bucket 摊薄 host metadata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· 对齐 #48692 的变长兼容标志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难度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E7A4B"/>
                          </a:solidFill>
                          <a:latin typeface="微软雅黑"/>
                          <a:ea typeface="微软雅黑"/>
                        </a:rPr>
                        <a:t>低 —— 前置条件已满足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B45309"/>
                          </a:solidFill>
                          <a:latin typeface="微软雅黑"/>
                          <a:ea typeface="微软雅黑"/>
                        </a:rPr>
                        <a:t>高 —— 依赖算子接口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0292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22E"/>
                </a:solidFill>
                <a:latin typeface="微软雅黑"/>
                <a:ea typeface="微软雅黑"/>
              </a:rPr>
              <a:t>顺序建议:先在 DSV4/DSA 上把动态 K 端到端跑通并量化收益 —— 它前置条件最全、能最快回答“值不值得”;结论为正再推动 FIA v2 的接口改动,让通用模型受益。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动手前先测这四件事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任何一项为负,后面的工程都不必做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72768"/>
          <a:ext cx="11247119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9539"/>
                <a:gridCol w="5736031"/>
                <a:gridCol w="3711549"/>
              </a:tblGrid>
              <a:tr h="9326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测什么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判断标准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 · 先量化收益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同一流量下,静态 K 与自适应分配各自的 target 实际验证 token 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减少量小 → 图工程再省也不回本,直接停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 · 四种模式对比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静态K全图 / 动态K eager / 动态K piecewise / 动态K全图。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统计:验证 token 数、图命中率、padding 数、host metadata 时间、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workspace+tiling 时间、graph update 时间、attention 时间、端到端时延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端到端时延必须优于静态K全图,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否则收益被图外开销吃掉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 · 审计 host 往返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→ K_i → prefix 选择 → index compaction →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position / slot mapping → query length,全链路是否留在设备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出现 .cpu() / .tolist() / 隐式 D2H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即为阻断点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4 · 确定分桶策略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(batch bucket, 总验证 token bucket) 建图键与 workspace 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捕图数量可控 且 padding 浪费可接受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6235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6FEB"/>
                </a:solidFill>
                <a:latin typeface="微软雅黑"/>
                <a:ea typeface="微软雅黑"/>
              </a:rPr>
              <a:t>一句话:自适应投机在算法上一定省 token,但省下的是否大于为固定形状付出的代价 —— 这是个必须用数据回答的问题,不是设计问题。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