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0574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4000" b="1" i="0">
                <a:solidFill>
                  <a:srgbClr val="1B222E"/>
                </a:solidFill>
              </a:rPr>
              <a:t>Adaptive speculative decoding under graph mode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2100" b="0" i="0">
                <a:solidFill>
                  <a:srgbClr val="5B6677"/>
                </a:solidFill>
              </a:rPr>
              <a:t>What it costs on Ascend NPU, and where the real blockers are</a:t>
            </a:r>
          </a:p>
          <a:p>
            <a:pPr algn="l">
              <a:spcBef>
                <a:spcPts val="2200"/>
              </a:spcBef>
              <a:spcAft>
                <a:spcPts val="0"/>
              </a:spcAft>
            </a:pPr>
            <a:r>
              <a:rPr sz="1300" b="0" i="0">
                <a:solidFill>
                  <a:srgbClr val="5B6677"/>
                </a:solidFill>
              </a:rPr>
              <a:t>Technical memo · findings grounded in vllm-ascend source, vLLM PR #48692 and the Ascend operator docs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The question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5B6677"/>
                </a:solidFill>
              </a:rPr>
              <a:t>Why “graph-mode efficiency” is the crux of adaptive speculation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00200"/>
            <a:ext cx="1106424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0" i="0">
                <a:solidFill>
                  <a:srgbClr val="1B222E"/>
                </a:solidFill>
              </a:rPr>
              <a:t>Adaptive speculation gives each request its own verification length K_i, so the target model only verifies tokens worth verifying. That saves compute in theory.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1B222E"/>
                </a:solidFill>
              </a:rPr>
              <a:t>Device graphs want the opposite: fixed shapes, fixed addresses, a stable execution path.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700" b="0" i="0">
                <a:solidFill>
                  <a:srgbClr val="1B222E"/>
                </a:solidFill>
              </a:rPr>
              <a:t>So the question is not “does adaptive speculation reduce target tokens” — it does. It is: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800" b="1" i="0">
                <a:solidFill>
                  <a:srgbClr val="1F6FEB"/>
                </a:solidFill>
              </a:rPr>
              <a:t>Do the graph updates, workspace queries, tiling, host metadata and padding needed to make per-round K_i fit a device graph cost more than the compute they save?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400" b="0" i="0">
                <a:solidFill>
                  <a:srgbClr val="5B6677"/>
                </a:solidFill>
              </a:rPr>
              <a:t>This memo answers three sub-questions from the source: (1) what PR #48692 actually delivers, (2) whether device-side query lengths are possible on Ascend, (3) what remains to be adapted.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Finding 1 — PR #48692 is narrower than assumed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5B6677"/>
                </a:solidFill>
              </a:rPr>
              <a:t>vLLM main · [MRV2][Spec Decode] Adaptive Speculative Decoding · closed, not merged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45920"/>
          <a:ext cx="11064238" cy="2834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0920"/>
                <a:gridCol w="3429914"/>
                <a:gridCol w="5753404"/>
              </a:tblGrid>
              <a:tr h="566928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/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Common assumption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What the PR states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Verification budget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Allocated online from confidence head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Explicitly NOT implemented — a user-provided
 num_speculative_tokens_per_batch_size is used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Speedup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Demonstrated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“no significant speedup is measurable;
 that is not the objective”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Backends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General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FLASH_ATTENTION only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Status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In flight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Closed, needs-rebase · 28 files, +1240/−110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846320"/>
            <a:ext cx="110642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2E"/>
                </a:solidFill>
              </a:rPr>
              <a:t>What it does deliver: variable-length per-request speculation that stays FULL-CUDA-Graph compatible — attention-metadata flags for variable-length decode, structured outputs, logprobs, mixed prefill/decode.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B222E"/>
                </a:solidFill>
              </a:rPr>
              <a:t>Measured benefit is acceptance rate, not latency: adaptive at an effective K=5 budget reaches 3.71 against 3.45 for static K=5 and 3.92 for static K=7 (SPEED-Bench average).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500" b="1" i="0">
                <a:solidFill>
                  <a:srgbClr val="1F6FEB"/>
                </a:solidFill>
              </a:rPr>
              <a:t>⟹ Treat it as a reference for “how variable length coexists with a full graph”, not as evidence of speedup.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Finding 2 — device-side query lengths already exist on Ascend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5B6677"/>
                </a:solidFill>
              </a:rPr>
              <a:t>…but only on one of the two operator families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45920"/>
          <a:ext cx="11064239" cy="2606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97987"/>
                <a:gridCol w="2655417"/>
                <a:gridCol w="5310835"/>
              </a:tblGrid>
              <a:tr h="868680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Operator family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Sequence-length contract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Evidence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FIA v2
npu_fused_infer_attention_score_v2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Host-side int array (SymInt[])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Ascend op docs; every vllm-ascend call site
 builds it with .tolist()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DSA / lightning indexer / SFA
torch.ops._C_ascend.npu_vllm_*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torch.Tensor (device)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execute_sparse_flash_attention_process(
   actual_seq_lengths_query: torch.Tensor, …)
 call sites pass query_start_loc[1:].clone()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572000"/>
            <a:ext cx="1106424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0E7A4B"/>
                </a:solidFill>
              </a:rPr>
              <a:t>DeepSeek-V4-Flash runs on the DSA path, not the FIA path.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B222E"/>
                </a:solidFill>
              </a:rPr>
              <a:t>So for this model the hardest prerequisite — keeping K_i on the device instead of round-tripping through a Python list — is already satisfied by the operators it uses. The host-list constraint applies to the generic FIA path used by dense models, which is the same scope limit PR #48692 has on the GPU side (FLASH_ATTENTION only).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Finding 3 — the workspace cache is keyed by exactly what adaptive K changes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5B6677"/>
                </a:solidFill>
              </a:rPr>
              <a:t>vllm_ascend/attention/attention_v1.py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66928" y="1691640"/>
            <a:ext cx="11064240" cy="1600200"/>
          </a:xfrm>
          <a:prstGeom prst="rect">
            <a:avLst/>
          </a:prstGeom>
          <a:solidFill>
            <a:srgbClr val="F2F5F9"/>
          </a:solidFill>
          <a:ln>
            <a:solidFill>
              <a:srgbClr val="D8DF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46304" tIns="91440"/>
          <a:lstStyle/>
          <a:p>
            <a:pPr algn="ctr"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1B222E"/>
                </a:solidFill>
                <a:latin typeface="Consolas"/>
              </a:rPr>
              <a:t>num_tokens = attn_metadata.actual_seq_lengths_q[-1]   # total tokens this round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1B222E"/>
                </a:solidFill>
                <a:latin typeface="Consolas"/>
              </a:rPr>
              <a:t>workspace  = graph_params.workspaces.get(num_tokens)  # cache keyed by that total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1B222E"/>
                </a:solidFill>
                <a:latin typeface="Consolas"/>
              </a:rPr>
              <a:t>...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1B222E"/>
                </a:solidFill>
                <a:latin typeface="Consolas"/>
              </a:rPr>
              <a:t>elif workspace is None:                               # query only on a miss</a:t>
            </a:r>
          </a:p>
          <a:p>
            <a:pPr>
              <a:spcBef>
                <a:spcPts val="100"/>
              </a:spcBef>
              <a:spcAft>
                <a:spcPts val="100"/>
              </a:spcAft>
            </a:pPr>
            <a:r>
              <a:rPr sz="1200">
                <a:solidFill>
                  <a:srgbClr val="1B222E"/>
                </a:solidFill>
                <a:latin typeface="Consolas"/>
              </a:rPr>
              <a:t>    workspace = torch_npu._npu_fused_infer_attention_score_v2_get_max_workspace(...)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3520440"/>
            <a:ext cx="110642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0E7A4B"/>
                </a:solidFill>
              </a:rPr>
              <a:t>Static K: the total token count is constant every round → cache hits → no cost.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600" b="0" i="0">
                <a:solidFill>
                  <a:srgbClr val="B45309"/>
                </a:solidFill>
              </a:rPr>
              <a:t>Adaptive K_i: the total changes every round → a miss every round → _get_max_workspace is called per layer, per step.</a:t>
            </a:r>
          </a:p>
          <a:p>
            <a:pPr algn="l">
              <a:spcBef>
                <a:spcPts val="800"/>
              </a:spcBef>
              <a:spcAft>
                <a:spcPts val="0"/>
              </a:spcAft>
            </a:pPr>
            <a:r>
              <a:rPr sz="1500" b="0" i="0">
                <a:solidFill>
                  <a:srgbClr val="1B222E"/>
                </a:solidFill>
              </a:rPr>
              <a:t>A second path is more expensive still: when _use_max_workspace_for_fia_graph is set, the query runs unconditionally on every call so the largest workspace across layer variants can be kept.</a:t>
            </a:r>
          </a:p>
          <a:p>
            <a:pPr algn="l">
              <a:spcBef>
                <a:spcPts val="1200"/>
              </a:spcBef>
              <a:spcAft>
                <a:spcPts val="0"/>
              </a:spcAft>
            </a:pPr>
            <a:r>
              <a:rPr sz="1600" b="1" i="0">
                <a:solidFill>
                  <a:srgbClr val="1F6FEB"/>
                </a:solidFill>
              </a:rPr>
              <a:t>Mitigation is structural, not a micro-optimisation: key the cache by a bucket (batch bucket × total-verify-token bucket) rather than the exact token count, and pre-allocate at capture 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Where the extra cost actually comes from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5B6677"/>
                </a:solidFill>
              </a:rPr>
              <a:t>Per decode step, relative to a static-K full graph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66928" y="1645920"/>
          <a:ext cx="11064238" cy="25237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5417"/>
                <a:gridCol w="1548993"/>
                <a:gridCol w="2876702"/>
                <a:gridCol w="3983126"/>
              </a:tblGrid>
              <a:tr h="420624"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Source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Static K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Adaptive K_i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1">
                          <a:solidFill>
                            <a:srgbClr val="1B222E"/>
                          </a:solidFill>
                        </a:rPr>
                        <a:t>Comment</a:t>
                      </a:r>
                    </a:p>
                  </a:txBody>
                  <a:tcPr marL="73152" marR="54864" marT="27432" marB="27432">
                    <a:solidFill>
                      <a:srgbClr val="F2F5F9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FIA workspace query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cached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miss per round, per layer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cache key = total token count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Graph task update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per layer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per layer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graph_task_update_begin / …_end already exists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Host metadata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small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grows with ragged batch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FIA path builds lengths on host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Padding waste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none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depends on bucket width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the price of a reusable graph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  <a:tr h="420624"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Target compute saved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—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the entire point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50" b="0">
                          <a:solidFill>
                            <a:srgbClr val="1B222E"/>
                          </a:solidFill>
                        </a:rPr>
                        <a:t>only meaningful when verify is expensive</a:t>
                      </a:r>
                    </a:p>
                  </a:txBody>
                  <a:tcPr marL="73152" marR="54864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66928" y="4709160"/>
            <a:ext cx="110642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500" b="0" i="0">
                <a:solidFill>
                  <a:srgbClr val="1B222E"/>
                </a:solidFill>
              </a:rPr>
              <a:t>The last row decides the whole question. On an 8B model the PR author could not measure a speedup because verification is already cheap. The saving scales with how expensive the target forward is — which is why a large MoE target is the case where this is worth doing at all.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What to measure before building anything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350" b="0" i="0">
                <a:solidFill>
                  <a:srgbClr val="5B6677"/>
                </a:solidFill>
              </a:rPr>
              <a:t>Cheap experiments that decide whether to proceed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4592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1F6FEB"/>
                </a:solidFill>
              </a:rPr>
              <a:t>1 · Size the prize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50" b="0" i="0">
                <a:solidFill>
                  <a:srgbClr val="1B222E"/>
                </a:solidFill>
              </a:rPr>
              <a:t>Measure the target-side token count under static K versus an adaptive allocation on the same traffic. If the reduction is small, no amount of graph engineering pays for itself.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700" b="1" i="0">
                <a:solidFill>
                  <a:srgbClr val="1F6FEB"/>
                </a:solidFill>
              </a:rPr>
              <a:t>2 · Four-way comparison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50" b="0" i="0">
                <a:solidFill>
                  <a:srgbClr val="1B222E"/>
                </a:solidFill>
              </a:rPr>
              <a:t>static-K full graph · adaptive-K eager · adaptive-K piecewise graph · adaptive-K full graph. Report verified tokens, graph replay hit rate, padding tokens, host metadata time, workspace/tiling time, graph-update time, attention time, end-to-end decode latency.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700" b="1" i="0">
                <a:solidFill>
                  <a:srgbClr val="1F6FEB"/>
                </a:solidFill>
              </a:rPr>
              <a:t>3 · Audit the K_i path for host round-trips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50" b="0" i="0">
                <a:solidFill>
                  <a:srgbClr val="1B222E"/>
                </a:solidFill>
              </a:rPr>
              <a:t>Confirm that confidence-head output, prefix selection, index compaction, position and slot mapping all stay on device — no .cpu(), .tolist() or implicit D2H between the confidence head and attention.</a:t>
            </a:r>
          </a:p>
          <a:p>
            <a:pPr algn="l">
              <a:spcBef>
                <a:spcPts val="1600"/>
              </a:spcBef>
              <a:spcAft>
                <a:spcPts val="0"/>
              </a:spcAft>
            </a:pPr>
            <a:r>
              <a:rPr sz="1700" b="1" i="0">
                <a:solidFill>
                  <a:srgbClr val="1F6FEB"/>
                </a:solidFill>
              </a:rPr>
              <a:t>4 · Decide the graph key</a:t>
            </a:r>
          </a:p>
          <a:p>
            <a:pPr algn="l">
              <a:spcBef>
                <a:spcPts val="400"/>
              </a:spcBef>
              <a:spcAft>
                <a:spcPts val="0"/>
              </a:spcAft>
            </a:pPr>
            <a:r>
              <a:rPr sz="1450" b="0" i="0">
                <a:solidFill>
                  <a:srgbClr val="1B222E"/>
                </a:solidFill>
              </a:rPr>
              <a:t>Bucket by (batch size, total verify tokens) rather than capturing one graph per distinct K_i vector, and pre-allocate workspace per bucket at capture time.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Bottom 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B222E"/>
                </a:solidFill>
              </a:rPr>
              <a:t>“NPU is less graph-friendly for adaptive speculation” is true, but not for the reason usually given.</a:t>
            </a:r>
          </a:p>
          <a:p>
            <a:pPr algn="l">
              <a:spcBef>
                <a:spcPts val="1400"/>
              </a:spcBef>
              <a:spcAft>
                <a:spcPts val="0"/>
              </a:spcAft>
            </a:pPr>
            <a:r>
              <a:rPr sz="1600" b="0" i="0">
                <a:solidFill>
                  <a:srgbClr val="1B222E"/>
                </a:solidFill>
              </a:rPr>
              <a:t>It is not that the hardware cannot do dynamic shapes. On the DSA path that DeepSeek-V4-Flash uses, sequence lengths are already device tensors — the prerequisite everyone worries about is met.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B222E"/>
                </a:solidFill>
              </a:rPr>
              <a:t>The genuine costs are narrower and fixable: a workspace cache keyed by the exact token count, per-layer graph-task updates, and host-side metadata on the generic FIA path.</a:t>
            </a:r>
          </a:p>
          <a:p>
            <a:pPr algn="l">
              <a:spcBef>
                <a:spcPts val="1000"/>
              </a:spcBef>
              <a:spcAft>
                <a:spcPts val="0"/>
              </a:spcAft>
            </a:pPr>
            <a:r>
              <a:rPr sz="1600" b="0" i="0">
                <a:solidFill>
                  <a:srgbClr val="1B222E"/>
                </a:solidFill>
              </a:rPr>
              <a:t>And the GPU-side reference does not yet prove a speedup — it was measured on a model where verification is cheap. The case for doing this at all rests on an expensive target model, which is exactly the case worth measuring first.</a:t>
            </a:r>
          </a:p>
          <a:p>
            <a:pPr algn="l">
              <a:spcBef>
                <a:spcPts val="1800"/>
              </a:spcBef>
              <a:spcAft>
                <a:spcPts val="0"/>
              </a:spcAft>
            </a:pPr>
            <a:r>
              <a:rPr sz="1800" b="1" i="0">
                <a:solidFill>
                  <a:srgbClr val="1F6FEB"/>
                </a:solidFill>
              </a:rPr>
              <a:t>Recommendation: quantify the saving before engineering the graph path.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66928" y="384048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222E"/>
                </a:solidFill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566928" y="1298448"/>
            <a:ext cx="1371600" cy="26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66928" y="1691640"/>
            <a:ext cx="1106424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vLLM PR #48692 — [MRV2][Spec Decode] Adaptive Speculative Decoding, Initial Support (closed, needs-rebase)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vllm-ascend — vllm_ascend/attention/attention_v1.py (FIA v2 workspace cache, graph task update)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vllm-ascend — vllm_ascend/attention/dsa_v1.py (DSA / lightning indexer call sites)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vllm-ascend — vllm_ascend/device/device_op.py (execute_sparse_flash_attention_process signature)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vllm-ascend — vllm_ascend/attention/utils.py (cache_graph_workspace)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vllm-ascend — vllm_ascend/worker/v2/model_runner.py (MRV2 support is present)</a:t>
            </a:r>
          </a:p>
          <a:p>
            <a:pPr algn="l">
              <a:spcBef>
                <a:spcPts val="900"/>
              </a:spcBef>
              <a:spcAft>
                <a:spcPts val="0"/>
              </a:spcAft>
            </a:pPr>
            <a:r>
              <a:rPr sz="1400" b="0" i="0">
                <a:solidFill>
                  <a:srgbClr val="1B222E"/>
                </a:solidFill>
              </a:rPr>
              <a:t>· Ascend operator documentation — torch_npu.npu_fused_infer_attention_score / npu_fusion_attention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