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B222E"/>
                </a:solidFill>
                <a:latin typeface="微软雅黑"/>
                <a:ea typeface="微软雅黑"/>
              </a:rPr>
              <a:t>昇腾 NPU 自适应投机解码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F6FEB"/>
                </a:solidFill>
                <a:latin typeface="微软雅黑"/>
                <a:ea typeface="微软雅黑"/>
              </a:rPr>
              <a:t>立项建议书 v3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700" b="0">
                <a:solidFill>
                  <a:srgbClr val="5B6677"/>
                </a:solidFill>
                <a:latin typeface="微软雅黑"/>
                <a:ea typeface="微软雅黑"/>
              </a:rPr>
              <a:t>按验证长度的置信度分配,替代全 batch 统一的固定 K</a:t>
            </a:r>
          </a:p>
          <a:p>
            <a:pPr algn="l">
              <a:spcBef>
                <a:spcPts val="20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v3 相对 v2 的关键变化:上游 vLLM 已实现该算法(PR #47808,针对 DeepSeek-V4-Flash-DSpark),SGLang 亦已上线。本项目据此由“设计并实现”重定义为“昇腾侧适配与验证”,范围与周期同步收缩。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28016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00000"/>
                </a:solidFill>
                <a:latin typeface="微软雅黑"/>
                <a:ea typeface="微软雅黑"/>
              </a:rPr>
              <a:t>技术点:昇腾 NPU 自适应投机解码 —— 按置信度分配验证预算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" y="640080"/>
            <a:ext cx="384048" cy="89611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640080"/>
            <a:ext cx="5138928" cy="8961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B222E"/>
                </a:solidFill>
                <a:latin typeface="微软雅黑"/>
                <a:ea typeface="微软雅黑"/>
              </a:rPr>
              <a:t>· 固定 K 对全 batch 一视同仁 —— 高置信请求本可多验,低置信请求白耗 target 算力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B222E"/>
                </a:solidFill>
                <a:latin typeface="微软雅黑"/>
                <a:ea typeface="微软雅黑"/>
              </a:rPr>
              <a:t>· 变长 K_i 与设备图「形状固定」天然冲突,昇腾当前按固定形状捕获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C00000"/>
                </a:solidFill>
                <a:latin typeface="微软雅黑"/>
                <a:ea typeface="微软雅黑"/>
              </a:rPr>
              <a:t>· 昇腾侧 confidence head 根本未被加载,调度所需的信号拿不到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3328" y="640080"/>
            <a:ext cx="384048" cy="89611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6437376" y="640080"/>
            <a:ext cx="5431536" cy="8961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B222E"/>
                </a:solidFill>
                <a:latin typeface="微软雅黑"/>
                <a:ea typeface="微软雅黑"/>
              </a:rPr>
              <a:t>· 对齐上游 vLLM #47808 机制,在昇腾实现按置信度的验证预算分配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C00000"/>
                </a:solidFill>
                <a:latin typeface="微软雅黑"/>
                <a:ea typeface="微软雅黑"/>
              </a:rPr>
              <a:t>· 同等验证预算下提升接受长度 —— 上游实测 +7.6%,收益随 target 变贵而放大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1B222E"/>
                </a:solidFill>
                <a:latin typeface="微软雅黑"/>
                <a:ea typeface="微软雅黑"/>
              </a:rPr>
              <a:t>· 动态 K 在图模式下端到端不劣于同预算的固定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" y="1700784"/>
            <a:ext cx="2304288" cy="310896"/>
          </a:xfrm>
          <a:prstGeom prst="roundRect">
            <a:avLst/>
          </a:prstGeom>
          <a:solidFill>
            <a:srgbClr val="1F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自适应验证运行闭环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2084831"/>
            <a:ext cx="2304288" cy="310896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222E"/>
                </a:solidFill>
                <a:latin typeface="微软雅黑"/>
                <a:ea typeface="微软雅黑"/>
              </a:rPr>
              <a:t>输入:草稿 block + 逐位 confidence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2487168"/>
            <a:ext cx="2304288" cy="1572768"/>
          </a:xfrm>
          <a:prstGeom prst="rect">
            <a:avLst/>
          </a:prstGeom>
          <a:noFill/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2542032"/>
            <a:ext cx="21945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5FA8"/>
                </a:solidFill>
                <a:latin typeface="微软雅黑"/>
                <a:ea typeface="微软雅黑"/>
              </a:rPr>
              <a:t>① 置信度调度闭环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2834640"/>
            <a:ext cx="20482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22E"/>
                </a:solidFill>
                <a:latin typeface="微软雅黑"/>
                <a:ea typeface="微软雅黑"/>
              </a:rPr>
              <a:t>生存概率打分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399032" y="3136392"/>
            <a:ext cx="91440" cy="73152"/>
          </a:xfrm>
          <a:prstGeom prst="downArrow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" y="3218688"/>
            <a:ext cx="20482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22E"/>
                </a:solidFill>
                <a:latin typeface="微软雅黑"/>
                <a:ea typeface="微软雅黑"/>
              </a:rPr>
              <a:t>全局预算择优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399032" y="3520440"/>
            <a:ext cx="91440" cy="73152"/>
          </a:xfrm>
          <a:prstGeom prst="downArrow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" y="3602736"/>
            <a:ext cx="20482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22E"/>
                </a:solidFill>
                <a:latin typeface="微软雅黑"/>
                <a:ea typeface="微软雅黑"/>
              </a:rPr>
              <a:t>每请求 K_i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399032" y="4087368"/>
            <a:ext cx="91440" cy="91440"/>
          </a:xfrm>
          <a:prstGeom prst="downArrow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" y="4224528"/>
            <a:ext cx="2304288" cy="1572768"/>
          </a:xfrm>
          <a:prstGeom prst="rect">
            <a:avLst/>
          </a:prstGeom>
          <a:noFill/>
          <a:ln w="15875">
            <a:solidFill>
              <a:srgbClr val="D3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" y="4279392"/>
            <a:ext cx="219456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3620B"/>
                </a:solidFill>
                <a:latin typeface="微软雅黑"/>
                <a:ea typeface="微软雅黑"/>
              </a:rPr>
              <a:t>② 变长图执行闭环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4572000"/>
            <a:ext cx="20482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3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22E"/>
                </a:solidFill>
                <a:latin typeface="微软雅黑"/>
                <a:ea typeface="微软雅黑"/>
              </a:rPr>
              <a:t>变长 decode 图捕获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399032" y="4873752"/>
            <a:ext cx="91440" cy="73152"/>
          </a:xfrm>
          <a:prstGeom prst="downArrow">
            <a:avLst/>
          </a:prstGeom>
          <a:solidFill>
            <a:srgbClr val="D3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" y="4956048"/>
            <a:ext cx="20482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3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22E"/>
                </a:solidFill>
                <a:latin typeface="微软雅黑"/>
                <a:ea typeface="微软雅黑"/>
              </a:rPr>
              <a:t>真机成本曲线标定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399032" y="5257800"/>
            <a:ext cx="91440" cy="73152"/>
          </a:xfrm>
          <a:prstGeom prst="downArrow">
            <a:avLst/>
          </a:prstGeom>
          <a:solidFill>
            <a:srgbClr val="D3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" y="5340096"/>
            <a:ext cx="20482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3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222E"/>
                </a:solidFill>
                <a:latin typeface="微软雅黑"/>
                <a:ea typeface="微软雅黑"/>
              </a:rPr>
              <a:t>场景配置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5907024"/>
            <a:ext cx="2304288" cy="32918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22E"/>
                </a:solidFill>
                <a:latin typeface="微软雅黑"/>
                <a:ea typeface="微软雅黑"/>
              </a:rPr>
              <a:t>可部署:动态 K 投机解码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291072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00000"/>
                </a:solidFill>
                <a:latin typeface="微软雅黑"/>
                <a:ea typeface="微软雅黑"/>
              </a:rPr>
              <a:t>信号不可用 → 回草稿侧重拟合置信度头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24912" y="1700784"/>
            <a:ext cx="6784848" cy="2359152"/>
          </a:xfrm>
          <a:prstGeom prst="rect">
            <a:avLst/>
          </a:prstGeom>
          <a:noFill/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177393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FA8"/>
                </a:solidFill>
                <a:latin typeface="微软雅黑"/>
                <a:ea typeface="微软雅黑"/>
              </a:rPr>
              <a:t>① 置信度调度(算法侧,对标 #47808)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2139696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222E"/>
                </a:solidFill>
                <a:latin typeface="微软雅黑"/>
                <a:ea typeface="微软雅黑"/>
              </a:rPr>
              <a:t>A. 生存概率打分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B222E"/>
                </a:solidFill>
                <a:latin typeface="微软雅黑"/>
                <a:ea typeface="微软雅黑"/>
              </a:rPr>
              <a:t>每个 (请求, 位置) 的 draft slot 以该请求逐位 confidence 的累积乘积打分。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1B222E"/>
                </a:solidFill>
                <a:latin typeface="微软雅黑"/>
                <a:ea typeface="微软雅黑"/>
              </a:rPr>
              <a:t>B. 跨请求竞争的全局预算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B222E"/>
                </a:solidFill>
                <a:latin typeface="微软雅黑"/>
                <a:ea typeface="微软雅黑"/>
              </a:rPr>
              <a:t>所有 slot 统一排序、择优录取直至预算耗尽 —— 自信请求的第 5 位可压过犹豫请求的第 1 位。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1B222E"/>
                </a:solidFill>
                <a:latin typeface="微软雅黑"/>
                <a:ea typeface="微软雅黑"/>
              </a:rPr>
              <a:t>C. 成本曲线标定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B222E"/>
                </a:solidFill>
                <a:latin typeface="微软雅黑"/>
                <a:ea typeface="微软雅黑"/>
              </a:rPr>
              <a:t>启动期 dummy step 测出步开销;batch 预算用 CPU 侧陈旧值(不同步),per-request 用 GPU 实时值。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395728"/>
            <a:ext cx="84124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1F5FA8"/>
                </a:solidFill>
                <a:latin typeface="微软雅黑"/>
                <a:ea typeface="微软雅黑"/>
              </a:rPr>
              <a:t>draft slot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逐位置信度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351775" y="2715768"/>
            <a:ext cx="109728" cy="128016"/>
          </a:xfrm>
          <a:prstGeom prst="rightArrow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79792" y="2395728"/>
            <a:ext cx="84124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1F5FA8"/>
                </a:solidFill>
                <a:latin typeface="微软雅黑"/>
                <a:ea typeface="微软雅黑"/>
              </a:rPr>
              <a:t>排序 / 打分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累积乘积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339327" y="2715768"/>
            <a:ext cx="109728" cy="128016"/>
          </a:xfrm>
          <a:prstGeom prst="rightArrow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67344" y="2395728"/>
            <a:ext cx="84124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1F5FA8"/>
                </a:solidFill>
                <a:latin typeface="微软雅黑"/>
                <a:ea typeface="微软雅黑"/>
              </a:rPr>
              <a:t>录取前缀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预算内择优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291840"/>
            <a:ext cx="2889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677"/>
                </a:solidFill>
                <a:latin typeface="微软雅黑"/>
                <a:ea typeface="微软雅黑"/>
              </a:rPr>
              <a:t>机制示意:同预算下把验证 token 挪给最可能被接受的位置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3675887"/>
            <a:ext cx="6565392" cy="27432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5FA8"/>
                </a:solidFill>
                <a:latin typeface="微软雅黑"/>
                <a:ea typeface="微软雅黑"/>
              </a:rPr>
              <a:t>交付:昇腾预算调度 kernel  |  成本曲线标定脚本  |  置信度-接受率相关性报告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24912" y="4206240"/>
            <a:ext cx="6784848" cy="2487168"/>
          </a:xfrm>
          <a:prstGeom prst="rect">
            <a:avLst/>
          </a:prstGeom>
          <a:noFill/>
          <a:ln w="19050">
            <a:solidFill>
              <a:srgbClr val="D3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427939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3620B"/>
                </a:solidFill>
                <a:latin typeface="微软雅黑"/>
                <a:ea typeface="微软雅黑"/>
              </a:rPr>
              <a:t>② 变长 decode 图(工程侧,★ 主要投入)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71216" y="4663440"/>
            <a:ext cx="9875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3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D3620B"/>
                </a:solidFill>
                <a:latin typeface="微软雅黑"/>
                <a:ea typeface="微软雅黑"/>
              </a:rPr>
              <a:t>固定形状捕获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现状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877056" y="4965192"/>
            <a:ext cx="109728" cy="128016"/>
          </a:xfrm>
          <a:prstGeom prst="rightArrow">
            <a:avLst/>
          </a:prstGeom>
          <a:solidFill>
            <a:srgbClr val="D3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05072" y="4663440"/>
            <a:ext cx="9875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3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D3620B"/>
                </a:solidFill>
                <a:latin typeface="微软雅黑"/>
                <a:ea typeface="微软雅黑"/>
              </a:rPr>
              <a:t>变长图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按 token 网格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010912" y="4965192"/>
            <a:ext cx="109728" cy="128016"/>
          </a:xfrm>
          <a:prstGeom prst="rightArrow">
            <a:avLst/>
          </a:prstGeom>
          <a:solidFill>
            <a:srgbClr val="D36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38928" y="4663440"/>
            <a:ext cx="9875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362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D3620B"/>
                </a:solidFill>
                <a:latin typeface="微软雅黑"/>
                <a:ea typeface="微软雅黑"/>
              </a:rPr>
              <a:t>真机测量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开销 / padding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71216" y="550468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222E"/>
                </a:solidFill>
                <a:latin typeface="微软雅黑"/>
                <a:ea typeface="微软雅黑"/>
              </a:rPr>
              <a:t>两条候选路线,阶段 2 先验证可行性再投入:</a:t>
            </a:r>
          </a:p>
          <a:p>
            <a:pPr algn="l">
              <a:spcBef>
                <a:spcPts val="150"/>
              </a:spcBef>
              <a:spcAft>
                <a:spcPts val="0"/>
              </a:spcAft>
            </a:pPr>
            <a:r>
              <a:rPr sz="850" b="0">
                <a:solidFill>
                  <a:srgbClr val="1B222E"/>
                </a:solidFill>
                <a:latin typeface="微软雅黑"/>
                <a:ea typeface="微软雅黑"/>
              </a:rPr>
              <a:t>· 对齐上游语义 —— 后端上报 ALWAYS,按 max_query_len 派发;</a:t>
            </a:r>
          </a:p>
          <a:p>
            <a:pPr algn="l">
              <a:spcBef>
                <a:spcPts val="150"/>
              </a:spcBef>
              <a:spcAft>
                <a:spcPts val="0"/>
              </a:spcAft>
            </a:pPr>
            <a:r>
              <a:rPr sz="850" b="0">
                <a:solidFill>
                  <a:srgbClr val="1B222E"/>
                </a:solidFill>
                <a:latin typeface="微软雅黑"/>
                <a:ea typeface="微软雅黑"/>
              </a:rPr>
              <a:t>· SGLang 式 packed varlen —— graph key 只按总 token 数,padding 更省。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5" y="4626864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222E"/>
                </a:solidFill>
                <a:latin typeface="微软雅黑"/>
                <a:ea typeface="微软雅黑"/>
              </a:rPr>
              <a:t>· 昇腾无对应的「任意形状可入图」机制,这是本项目唯一的阻断性风险;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1B222E"/>
                </a:solidFill>
                <a:latin typeface="微软雅黑"/>
                <a:ea typeface="微软雅黑"/>
              </a:rPr>
              <a:t>· 上游为 NVIDIA 后端加了 ALWAYS 声明,昇腾需自建等价能力;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C00000"/>
                </a:solidFill>
                <a:latin typeface="微软雅黑"/>
                <a:ea typeface="微软雅黑"/>
              </a:rPr>
              <a:t>· 若不可行,保留 eager 路径成果,并把图支持作为独立议题提交上游。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6327648"/>
            <a:ext cx="6565392" cy="274320"/>
          </a:xfrm>
          <a:prstGeom prst="rect">
            <a:avLst/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3620B"/>
                </a:solidFill>
                <a:latin typeface="微软雅黑"/>
                <a:ea typeface="微软雅黑"/>
              </a:rPr>
              <a:t>交付:变长 decode 图实现  |  Shape 配置  |  三模式(无投机 / 固定 K / 动态 K)对比实测包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37776" y="1700784"/>
            <a:ext cx="2231136" cy="3108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里 程 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38944" y="2212848"/>
            <a:ext cx="25603" cy="41605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720072" y="224942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2194560"/>
            <a:ext cx="1773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T+1 天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1">
                <a:solidFill>
                  <a:srgbClr val="1B222E"/>
                </a:solidFill>
                <a:latin typeface="微软雅黑"/>
                <a:ea typeface="微软雅黑"/>
              </a:rPr>
              <a:t>G1 · 判定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把加速比从 c=48 补测到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c=128 / c=256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看固定 K 是否收益衰减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不达标即停,不进入开发</a:t>
            </a:r>
          </a:p>
        </p:txBody>
      </p:sp>
      <p:sp>
        <p:nvSpPr>
          <p:cNvPr id="50" name="Oval 49"/>
          <p:cNvSpPr/>
          <p:nvPr/>
        </p:nvSpPr>
        <p:spPr>
          <a:xfrm>
            <a:off x="9720072" y="331012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3255264"/>
            <a:ext cx="1773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T+3 周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1">
                <a:solidFill>
                  <a:srgbClr val="1B222E"/>
                </a:solidFill>
                <a:latin typeface="微软雅黑"/>
                <a:ea typeface="微软雅黑"/>
              </a:rPr>
              <a:t>G2 · 打通信号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vllm-ascend 加载置信度头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端到端读出逐位置信度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与实测接受率做相关性验证</a:t>
            </a:r>
          </a:p>
        </p:txBody>
      </p:sp>
      <p:sp>
        <p:nvSpPr>
          <p:cNvPr id="52" name="Oval 51"/>
          <p:cNvSpPr/>
          <p:nvPr/>
        </p:nvSpPr>
        <p:spPr>
          <a:xfrm>
            <a:off x="9720072" y="4370831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315968"/>
            <a:ext cx="1773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T+11 周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1">
                <a:solidFill>
                  <a:srgbClr val="1B222E"/>
                </a:solidFill>
                <a:latin typeface="微软雅黑"/>
                <a:ea typeface="微软雅黑"/>
              </a:rPr>
              <a:t>G3 · 图模式 ★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动态 K 在图模式下运行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端到端不劣于同预算固定 K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本项目主要技术风险所在</a:t>
            </a:r>
          </a:p>
        </p:txBody>
      </p:sp>
      <p:sp>
        <p:nvSpPr>
          <p:cNvPr id="54" name="Oval 53"/>
          <p:cNvSpPr/>
          <p:nvPr/>
        </p:nvSpPr>
        <p:spPr>
          <a:xfrm>
            <a:off x="9720072" y="543153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5376672"/>
            <a:ext cx="1773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T+15 周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1">
                <a:solidFill>
                  <a:srgbClr val="1B222E"/>
                </a:solidFill>
                <a:latin typeface="微软雅黑"/>
                <a:ea typeface="微软雅黑"/>
              </a:rPr>
              <a:t>合入与扩展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推广到通用模型路径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00" b="0">
                <a:solidFill>
                  <a:srgbClr val="5B6677"/>
                </a:solidFill>
                <a:latin typeface="微软雅黑"/>
                <a:ea typeface="微软雅黑"/>
              </a:rPr>
              <a:t>补齐限制项 + 复现文档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7776" y="6455664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B6677"/>
                </a:solidFill>
                <a:latin typeface="微软雅黑"/>
                <a:ea typeface="微软雅黑"/>
              </a:rPr>
              <a:t>T = 立项批准日;绝对日期待排期确定后填入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一、为什么立项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固定 K 对所有请求一视同仁,而“该验多长”的信号其实已经有了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81328"/>
          <a:ext cx="1124711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240"/>
                <a:gridCol w="2811780"/>
                <a:gridCol w="3711549"/>
                <a:gridCol w="3711549"/>
              </a:tblGrid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现状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本项目要解决的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算法侧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全 batch 统一验证长度 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高置信请求本可多验,低置信请求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白白消耗 target 计算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按 confidence head 的逐位接受概率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给每请求分配 K_i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工程侧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固定 K 已入图,收益稳定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K_i 每轮变化 → ragged batch,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与设备图“形状固定”天然冲突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变长与图共存,且开销可控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生态侧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GPU 侧上游已实现并在合入中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NPU 侧空白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上游方案绑定 NVIDIA 后端能力,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昇腾无对应机制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昇腾侧首个可用实现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977639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6FEB"/>
                </a:solidFill>
                <a:latin typeface="微软雅黑"/>
                <a:ea typeface="微软雅黑"/>
              </a:rPr>
              <a:t>核心依据:同等验证预算下,接受长度提升 7.6%(上游实测)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1B222E"/>
                </a:solidFill>
                <a:latin typeface="微软雅黑"/>
                <a:ea typeface="微软雅黑"/>
              </a:rPr>
              <a:t>· vLLM PR #48692 在 Qwen3-8B + DSpark 上测得:固定 K=5 接受长度 3.445;自适应(上限 K=7、每请求有效 K=5,即同等预算)3.707 —— 同样的算力,多接受 7.6% 的 token。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B222E"/>
                </a:solidFill>
                <a:latin typeface="微软雅黑"/>
                <a:ea typeface="微软雅黑"/>
              </a:rPr>
              <a:t>· 该 PR 作者同时说明:8B 模型上“测不出显著加速”,因为 verify 本来就便宜。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1">
                <a:solidFill>
                  <a:srgbClr val="1B222E"/>
                </a:solidFill>
                <a:latin typeface="微软雅黑"/>
                <a:ea typeface="微软雅黑"/>
              </a:rPr>
              <a:t>  ⟹ 收益随 target 变贵而放大。target 越大、verify 越贵,少验一个 token 省下的越多 —— 大 MoE(DSV4-Flash 284B/13B 激活)正是收益最大的场景,也正是我们已有完整链路的场景。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5B6677"/>
                </a:solidFill>
                <a:latin typeface="微软雅黑"/>
                <a:ea typeface="微软雅黑"/>
              </a:rPr>
              <a:t>· 边界情形(非主因,但值得记录):并发继续升高时固定 K 会由正收益转为负收益。上游在 c=256 实测固定 7-token 比不开投机还慢 33%,自适应可保住收益。此时自适应从“更好”变为“必需”。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二、上游已经做到哪一步 —— 我们不再需要设计算法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两个 PR 是同一条线的两代;算法、调度、图支持均已成型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81328"/>
          <a:ext cx="1124711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240"/>
                <a:gridCol w="4723790"/>
                <a:gridCol w="5511088"/>
              </a:tblGrid>
              <a:tr h="56692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vLLM #48692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vLLM #47808(当前主线)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2026-08-05 关闭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作者:改推 #47808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OPEN,标签 ready / mrv2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mergeable,仅待审批;8-09 仍在更新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规模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28 文件 +1240/-110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40 文件 +1507/-111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范围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变长投机的基础设施: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图兼容、结构化输出、logprobs、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混合 prefill/decode 批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在此之上加入按置信度的预算调度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(本项目对标的完整形态)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验证模型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Qwen3-8B-FP8 + DSpark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DeepSeek-V4-Flash-DSpark,TP=4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6052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22E"/>
                </a:solidFill>
                <a:latin typeface="微软雅黑"/>
                <a:ea typeface="微软雅黑"/>
              </a:rPr>
              <a:t>#47808 的机制(昇腾侧需要对齐的就是这些)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1B222E"/>
                </a:solidFill>
                <a:latin typeface="微软雅黑"/>
                <a:ea typeface="微软雅黑"/>
              </a:rPr>
              <a:t>· 打分:Triton kernel 按“生存概率”(逐位 confidence 的累积乘积)对所有请求的 draft slot 统一排序,跨请求竞争 —— 自信请求的第 5 位可以压过犹豫请求的第 1 位,择优录取直到全局预算用尽;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1B222E"/>
                </a:solidFill>
                <a:latin typeface="微软雅黑"/>
                <a:ea typeface="微软雅黑"/>
              </a:rPr>
              <a:t>· 成本:启动时用 dummy step profile 出成本曲线;batch 级预算在 CPU 上用双缓冲的陈旧 confidence 计算(不引入同步),per-request 分配在 GPU 上用实时值;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1B222E"/>
                </a:solidFill>
                <a:latin typeface="微软雅黑"/>
                <a:ea typeface="微软雅黑"/>
              </a:rPr>
              <a:t>· 图:decode cudagraph 改为变长 —— 按 token 网格捕获、以 max_query_len 派发、每个捕获槽非空;要求后端上报 AttentionCGSupport.ALWAYS(PR 中把两个 MLA 后端由 UNIFORM_BATCH 升级为 ALWAYS);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1B222E"/>
                </a:solidFill>
                <a:latin typeface="微软雅黑"/>
                <a:ea typeface="微软雅黑"/>
              </a:rPr>
              <a:t>· 限制:仅支持带 confidence head 的 DSpark;不支持 LoRA / 流水并行 / 输出 logprobs。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5B6677"/>
                </a:solidFill>
                <a:latin typeface="微软雅黑"/>
                <a:ea typeface="微软雅黑"/>
              </a:rPr>
              <a:t>另有第二份参考实现:SGLang 的 DSpark 集成(2026-07-06)采用 packed ragged varlen、graph key 仅按总 token 数,padding 浪费更小 —— 可作为图侧的备选设计。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三、昇腾侧的三个真实缺口 —— 这才是本项目的工作量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均已在源码层面核实,不是推测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81328"/>
          <a:ext cx="1124711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884"/>
                <a:gridCol w="2249424"/>
                <a:gridCol w="4723790"/>
                <a:gridCol w="3824020"/>
              </a:tblGrid>
              <a:tr h="9601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缺口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证据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工作量判断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confidence head 在昇腾侧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根本没有被加载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vllm-ascend 的 deepseek_v4_draft.py 中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_remap_dspark_name 对 confidence_head.*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直接 return None;上游 main 原本同样如此,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#47808 正是解除它的那个 PR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小 —— 移植上游改法即可。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草稿侧我们已就位:训练已产出该头,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且已按上游区分 bias(DSV4 无 / Qwen3 有)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没有支持变长 decode 图的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昇腾注意力后端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上游依赖 AttentionCGSupport.ALWAYS;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昇腾图模式当前按固定形状捕获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★ 大 —— 本项目的主要技术风险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与主要投入所在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预算调度 kernel 无昇腾实现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上游为 Triton kernel;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成本曲线依赖设备侧 profile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中 —— 算法确定,需重写并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在昇腾上重新标定成本曲线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677"/>
                </a:solidFill>
                <a:latin typeface="微软雅黑"/>
                <a:ea typeface="微软雅黑"/>
              </a:rPr>
              <a:t>我们的既有条件:DSV4-Flash DSpark 草稿已训练完成(5 epoch,接受长度达已发布草稿的 99.5%),训练→转换→部署→评测全链路可复现,并已具备无投机基线用于加速比测量。confidence head 训练时输入是 detach 的,可在冻结骨干上分钟级重新拟合。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四、实施方案与里程碑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阶段 0 由“两周量化”缩为“一天判定”—— 上游数据已给出大部分答案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81328"/>
          <a:ext cx="1124711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98"/>
                <a:gridCol w="899769"/>
                <a:gridCol w="5286146"/>
                <a:gridCol w="4273905"/>
              </a:tblGrid>
              <a:tr h="78638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周期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主要工作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交付物 / 决策门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判定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1 天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在昇腾现有固定 K 链路上,把加速比从 c=48 补测到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c=128 / c=256,看是否出现上游那样的收益衰减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一张并发-加速比曲线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G1:是否值得继续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打通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2–3 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vllm-ascend 加载 confidence head(移植上游改法);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草稿侧供给并校验 confidence 数值合理性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端到端可读出逐位置信度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G2:置信度与实际接受率相关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图支持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6–8 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★ 变长 decode 图:对齐 ALWAYS 语义或采用 SGLang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的 packed varlen;预算 kernel 昇腾实现 + 成本曲线标定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动态 K 在图模式下可运行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G3:相对固定 K 不劣化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扩展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3–4 周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推广到通用模型路径;补齐限制项;文档与复现脚本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可合入的实现 + 对比数据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8920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微软雅黑"/>
                <a:ea typeface="微软雅黑"/>
              </a:rPr>
              <a:t>总周期约 2.5–3.5 个月(v2 为 3–4 个月;算法设计部分由上游承担后收缩)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1B222E"/>
                </a:solidFill>
                <a:latin typeface="微软雅黑"/>
                <a:ea typeface="微软雅黑"/>
              </a:rPr>
              <a:t>阶段 0 只要一天:我们已有无投机基线和固定 K 的完整评测链路,只需把并发点补齐。主要不确定性已从“收益幅度”转移到“昇腾图模式能否支持变长”—— 前者上游已用数据回答,后者是阶段 2 的核心。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五、风险与依赖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按“是否阻断”排序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81328"/>
          <a:ext cx="1124711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193"/>
                <a:gridCol w="3374136"/>
                <a:gridCol w="4723790"/>
              </a:tblGrid>
              <a:tr h="86868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影响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应对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★ 昇腾无法支持变长 decode 图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(唯一的阻断性风险)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阻断阶段 2,项目退化为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“仅 eager 模式可用”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阶段 2 先做可行性验证再投入;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备选:SGLang 式 packed varlen,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graph key 只按总 token 数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昇腾侧收益幅度不及 GPU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项目价值下降,但不归零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(同预算接受长度提升仍在)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阶段 0 一天内给出判定;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G1 不达标即停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上游 #47808 设计仍在演进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移植目标变动,返工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跟随主线而非分叉;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关闭的 #48692 已说明会向 #47808 收敛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confidence head 质量不足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调度信号噪声大,收益打折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输入为 detach,可在冻结骨干上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分钟级重训,代价极低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22E"/>
                </a:solidFill>
                <a:latin typeface="微软雅黑"/>
                <a:ea typeface="微软雅黑"/>
              </a:rPr>
              <a:t>六、决策门与验收标准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B6677"/>
                </a:solidFill>
                <a:latin typeface="微软雅黑"/>
                <a:ea typeface="微软雅黑"/>
              </a:rPr>
              <a:t>每个门都是可量化的,不靠主观判断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88720" cy="24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81328"/>
          <a:ext cx="11247119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"/>
                <a:gridCol w="1237183"/>
                <a:gridCol w="5173675"/>
                <a:gridCol w="4273905"/>
              </a:tblGrid>
              <a:tr h="89611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门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时点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通过标准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不通过怎么办</a:t>
                      </a:r>
                    </a:p>
                  </a:txBody>
                  <a:tcPr marL="64008" marR="64008" marT="18288" marB="18288">
                    <a:solidFill>
                      <a:srgbClr val="F2F5F9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G1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第 1 天末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在某个并发点上,固定 K 的加速比相对 c=48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出现明显衰减(或已低于无投机)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停止立项。结论本身有价值: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说明昇腾当前运行点无需自适应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G2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第 3 周末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端到端读出逐位置信度,且与实测逐位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接受率单调相关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回到草稿侧重新拟合 confidence head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(代价分钟级),不影响主线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G3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第 11 周末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动态 K 在图模式下运行,端到端不劣于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同预算的固定 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保留 eager 路径成果并如实上报;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将图支持作为独立议题提交上游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54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22E"/>
                </a:solidFill>
                <a:latin typeface="微软雅黑"/>
                <a:ea typeface="微软雅黑"/>
              </a:rPr>
              <a:t>最终验收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1B222E"/>
                </a:solidFill>
                <a:latin typeface="微软雅黑"/>
                <a:ea typeface="微软雅黑"/>
              </a:rPr>
              <a:t>· 昇腾侧可用实现,与固定 K、无投机三者的对比数据齐备,复现文档可被他人独立执行;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B222E"/>
                </a:solidFill>
                <a:latin typeface="微软雅黑"/>
                <a:ea typeface="微软雅黑"/>
              </a:rPr>
              <a:t>· DSV4-Flash 在动态 K 下取得不劣于固定 K 的端到端表现,并在高并发点显示优势;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B222E"/>
                </a:solidFill>
                <a:latin typeface="微软雅黑"/>
                <a:ea typeface="微软雅黑"/>
              </a:rPr>
              <a:t>· 通用模型路线给出明确结论:可行方案,或阻断原因与所需外部支持。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1">
                <a:solidFill>
                  <a:srgbClr val="1F6FEB"/>
                </a:solidFill>
                <a:latin typeface="微软雅黑"/>
                <a:ea typeface="微软雅黑"/>
              </a:rPr>
              <a:t>建议:先做阶段 0。一天即可拿到 G1 数据,再决定是否投入后续 2.5–3.5 个月。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