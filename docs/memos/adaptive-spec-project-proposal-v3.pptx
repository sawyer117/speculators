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57276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399032" y="4087368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4224528"/>
            <a:ext cx="2304288" cy="157276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427939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457200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399032" y="487375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" y="495604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399032" y="525780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534009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5907024"/>
            <a:ext cx="2304288" cy="32918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254496"/>
            <a:ext cx="239572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① 信号不可用 → 回草稿侧重拟合置信度头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② 进不了图 → 退回 eager,收益打折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139696"/>
            <a:ext cx="3520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1216" y="550468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222E"/>
                </a:solidFill>
                <a:latin typeface="微软雅黑"/>
                <a:ea typeface="微软雅黑"/>
              </a:rPr>
              <a:t>两条候选路线,阶段 2 先验证可行性再投入: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对齐上游语义 —— 后端上报 ALWAYS,按 max_query_len 派发;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SGLang 式 packed varlen —— graph key 只按总 token 数,padding 更省。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517136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固定 K 每步形状一致 → 能入图;自适应下每请求 K_i 每步不同 → 形状参差且逐步变化 → 默认出图;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· 能否留在图内,取决于图里的长度参数是「录制时固化的常量」还是「运行时可改的设备张量」: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通用路径 FIA v2(npu_fused_infer_attention_score_v2)—— 长度是 host 侧 list,录制即固化 → K 一变必须整图重录;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1B222E"/>
                </a:solidFill>
                <a:latin typeface="微软雅黑"/>
                <a:ea typeface="微软雅黑"/>
              </a:rPr>
              <a:t>  ★ DSV4 路径 DSA / SFA —— 长度是 device tensor,图里存的是指针 → 改内容即可,结构上无需重录(有利条件);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· ★ 真正的未知量:workspace(算子临时显存)按 token 数做缓存键,K 一变即未命中、重新分配 → 图与 workspace 数量随 K 组合膨胀,显存与捕获耗时随之上升。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0" name="Oval 49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2" name="Oval 51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4" name="Oval 53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1)、为什么「变长」会掉出设备图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先讲清楚机制,再落到算子 —— 这是本项目最大技术风险的来源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2646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设备图(昇腾 ACL Graph,对应 GPU 侧的 CUDA Graph)是把一串算子按【固定的张量形状与地址】预先录制下来,推理时直接重放整段,省掉逐算子下发的开销。解码是「算子小、次数多」的场景,这部分开销占比很高,所以能否入图直接决定性能。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微软雅黑"/>
                <a:ea typeface="微软雅黑"/>
              </a:rPr>
              <a:t>而录制的前提,是每一步的形状都一样。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5504688" cy="2615184"/>
          </a:xfrm>
          <a:prstGeom prst="rect">
            <a:avLst/>
          </a:prstGeom>
          <a:noFill/>
          <a:ln w="19050">
            <a:solidFill>
              <a:srgbClr val="0E7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A4B"/>
                </a:solidFill>
                <a:latin typeface="微软雅黑"/>
                <a:ea typeface="微软雅黑"/>
              </a:rPr>
              <a:t>固定 K = 5   →   形状固定,可入图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5608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28216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0824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3432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5608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0824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3432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28216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0824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13432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35608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28216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20824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3432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2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每个请求每步都验证 5 个 token。batch 内 query 长度一致、总 token 数每步相同,录制一次即可一直重放。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" y="4718304"/>
            <a:ext cx="5248655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4B"/>
                </a:solidFill>
                <a:latin typeface="微软雅黑"/>
                <a:ea typeface="微软雅黑"/>
              </a:rPr>
              <a:t>总 token 数 = 4 × 5 = 20,每一步都是这个数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2468880"/>
            <a:ext cx="5504688" cy="2615184"/>
          </a:xfrm>
          <a:prstGeom prst="rect">
            <a:avLst/>
          </a:prstGeom>
          <a:noFill/>
          <a:ln w="19050">
            <a:solidFill>
              <a:srgbClr val="A31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31D2A"/>
                </a:solidFill>
                <a:latin typeface="微软雅黑"/>
                <a:ea typeface="微软雅黑"/>
              </a:rPr>
              <a:t>自适应 K_i   →   形状逐步变化,默认出图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59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14031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99248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91855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3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2015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59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14031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72015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14031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99248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91855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84463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77072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6968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72015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59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4031" y="3986784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72015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每个请求按自身置信度拿到不同的 K_i,下一步又是另一组。query 长度参差(ragged)、总 token 数每步都在变。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59" y="4718304"/>
            <a:ext cx="5248655" cy="27432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31D2A"/>
                </a:solidFill>
                <a:latin typeface="微软雅黑"/>
                <a:ea typeface="微软雅黑"/>
              </a:rPr>
              <a:t>总 token 数 = 5+2+7+1 = 15,下一步又是别的数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248656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于是问题归结为一件很具体的事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图里那些【依赖序列长度】的参数,是在录制时就被固化成了常量,还是留成了运行时可以改内容的设备张量?前者一变就必须整张图重录,后者只改张量内容即可。答案因算子而异 —— 下一页逐个部件核对。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2)、落到算子:逐个部件核对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四条结论均出自 vllm-ascend 现网代码,标注文件与行号,可自行核对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26464"/>
          <a:ext cx="112471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687068"/>
                <a:gridCol w="4386376"/>
                <a:gridCol w="4048963"/>
              </a:tblGrid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路径 / 部件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代码出处(vllm-ascend)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对变长 K 的影响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Python list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attention_v1.py:183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actual_seq_lengths_q: list[int]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attention_v1.py:314  由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query_start_loc_cpu[1:].tolist() 构造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值在捕获时被烘进图 —— K 一变图里的长度就是错的,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必须为每个形状重新捕获。这就是「任意形状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不可入图」的机械原因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DSV4 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SFA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 tensor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device_op.py:559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dsa_v1.py:1061  传入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图捕获的是指针不是值 —— 改张量内容即可,结构上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不需要重捕。★ 我们主攻的路径恰好在更有利的一侧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token 数做缓存键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attention_v1.py:490/636/812/953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workspaces.get(num_tokens)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attention_v1.py:774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num_tokens = actual_seq_lengths_q[-1]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 变 → num_tokens 变 → 缓存未命中、重新分配;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不同 K 组合一多,图与 workspace 数量一起膨胀。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真正的成本在这里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图内元数据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(固定 K 已在用)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attention_v1.py:530-565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graph_task_update_begin/end 块内已有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_EXTRA_CTX.is_draft_model 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attn_metadata[draft_step][key]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投机已经在图里跑,逐 draft step 更新图内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元数据的机制与开销已经付过 —— 自适应不是从零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造图内变长,而是让这套机制吃变化的长度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术语:FIA v2 = npu_fused_infer_attention_score_v2,昇腾融合注意力算子,通用模型走这条路径;DSA = DeepSeek Sparse Attention,SFA = 稀疏融合注意力,DeepSeek-V4-Flash 走这条;workspace = 算子运行所需的临时显存。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04688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准确的风险表述不是「昇腾不能变长入图」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而是:DSA 路径在设备侧持有长度、图内元数据更新机制已存在,两项结构性条件都已具备;未知量集中在 workspace 与图数量随 K 组合的膨胀,以及随之而来的显存占用与捕获耗时。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1B222E"/>
                </a:solidFill>
                <a:latin typeface="微软雅黑"/>
                <a:ea typeface="微软雅黑"/>
              </a:rPr>
              <a:t>这把阶段 2 的第一件事定死了:先量形状数量与 workspace 膨胀,再决定走「对齐上游 ALWAYS 语义」还是「SGLang 式 packed varlen(graph key 只按总 token 数,天然压制形状数量)」—— 而不是先写实现。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