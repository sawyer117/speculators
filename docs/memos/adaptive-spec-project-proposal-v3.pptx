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128016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微软雅黑"/>
                <a:ea typeface="微软雅黑"/>
              </a:rPr>
              <a:t>技术点:昇腾 NPU 自适应投机解码 —— 按置信度分配验证预算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挑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640080"/>
            <a:ext cx="5138928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固定 K 对全 batch 一视同仁 —— 高置信请求本可多验,低置信请求白耗 target 算力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★ 变长 K_i 与设备图「形状固定」冲突 —— 若进不了图,即便自适应实现了,性能仍可能不如固定 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5B6677"/>
                </a:solidFill>
                <a:latin typeface="微软雅黑"/>
                <a:ea typeface="微软雅黑"/>
              </a:rPr>
              <a:t>· confidence head 在昇腾侧尚未加载(短期缺项,移植上游改法即可,非难点)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37376" y="640080"/>
            <a:ext cx="5431536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对齐上游 vLLM #47808 机制,在昇腾实现按置信度的验证预算分配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· 同等验证预算下提升接受长度 —— 上游实测 +7.6%,收益随 target 变贵而放大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动态 K 在图模式下端到端不劣于同预算的固定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700784"/>
            <a:ext cx="2304288" cy="310896"/>
          </a:xfrm>
          <a:prstGeom prst="roundRect">
            <a:avLst/>
          </a:prstGeom>
          <a:solidFill>
            <a:srgbClr val="1F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自适应验证运行闭环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084831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输入:草稿 block + 逐位 confidence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487168"/>
            <a:ext cx="2304288" cy="1572768"/>
          </a:xfrm>
          <a:prstGeom prst="rect">
            <a:avLst/>
          </a:prstGeom>
          <a:noFill/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54203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5FA8"/>
                </a:solidFill>
                <a:latin typeface="微软雅黑"/>
                <a:ea typeface="微软雅黑"/>
              </a:rPr>
              <a:t>① 置信度调度闭环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283464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生存概率打分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399032" y="3136392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" y="321868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全局预算择优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399032" y="3520440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" y="360273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每请求 K_i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399032" y="4087368"/>
            <a:ext cx="91440" cy="91440"/>
          </a:xfrm>
          <a:prstGeom prst="downArrow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4224528"/>
            <a:ext cx="2304288" cy="1572768"/>
          </a:xfrm>
          <a:prstGeom prst="rect">
            <a:avLst/>
          </a:prstGeom>
          <a:noFill/>
          <a:ln w="1587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427939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3620B"/>
                </a:solidFill>
                <a:latin typeface="微软雅黑"/>
                <a:ea typeface="微软雅黑"/>
              </a:rPr>
              <a:t>② 变长图执行闭环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457200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变长 decode 图捕获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399032" y="4873752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" y="495604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真机成本曲线标定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399032" y="5257800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534009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场景配置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5907024"/>
            <a:ext cx="2304288" cy="32918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可部署:动态 K 投机解码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254496"/>
            <a:ext cx="239572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① 信号不可用 → 回草稿侧重拟合置信度头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② 进不了图 → 退回 eager,收益打折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4912" y="1700784"/>
            <a:ext cx="6784848" cy="2359152"/>
          </a:xfrm>
          <a:prstGeom prst="rect">
            <a:avLst/>
          </a:prstGeom>
          <a:noFill/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177393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5FA8"/>
                </a:solidFill>
                <a:latin typeface="微软雅黑"/>
                <a:ea typeface="微软雅黑"/>
              </a:rPr>
              <a:t>① 置信度调度(算法侧,对标 #47808)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139696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A. 生存概率打分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每个 (请求, 位置) 的 draft slot 以该请求逐位 confidence 的累积乘积打分。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B. 跨请求竞争的全局预算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所有 slot 统一排序、择优录取直至预算耗尽 —— 自信请求的第 5 位可压过犹豫请求的第 1 位。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C. 成本曲线标定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启动期 dummy step 测出步开销;batch 预算用 CPU 侧陈旧值(不同步),per-request 用 GPU 实时值。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draft slot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逐位置信度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351775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9792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排序 / 打分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累积乘积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339327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67344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录取前缀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预算内择优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291840"/>
            <a:ext cx="2889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机制示意:同预算下把验证 token 挪给最可能被接受的位置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675887"/>
            <a:ext cx="6565392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5FA8"/>
                </a:solidFill>
                <a:latin typeface="微软雅黑"/>
                <a:ea typeface="微软雅黑"/>
              </a:rPr>
              <a:t>交付:昇腾预算调度 kernel  |  成本曲线标定脚本  |  置信度-接受率相关性报告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24912" y="4206240"/>
            <a:ext cx="6784848" cy="2487168"/>
          </a:xfrm>
          <a:prstGeom prst="rect">
            <a:avLst/>
          </a:prstGeom>
          <a:noFill/>
          <a:ln w="19050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27939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3620B"/>
                </a:solidFill>
                <a:latin typeface="微软雅黑"/>
                <a:ea typeface="微软雅黑"/>
              </a:rPr>
              <a:t>② 变长 decode 图(工程侧,★ 主要投入)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71216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固定形状捕获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877056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05072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变长图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按 token 网格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10912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38928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真机测量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开销 / padding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1216" y="550468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222E"/>
                </a:solidFill>
                <a:latin typeface="微软雅黑"/>
                <a:ea typeface="微软雅黑"/>
              </a:rPr>
              <a:t>两条候选路线,阶段 2 先验证可行性再投入: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对齐上游语义 —— 后端上报 ALWAYS,按 max_query_len 派发;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SGLang 式 packed varlen —— graph key 只按总 token 数,padding 更省。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5" y="4626864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昇腾无对应的「任意形状可入图」机制,这是本项目唯一的阻断性风险;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上游为 NVIDIA 后端加了 ALWAYS 声明,昇腾需自建等价能力;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· 若不可行,保留 eager 路径成果,并把图支持作为独立议题提交上游。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6327648"/>
            <a:ext cx="6565392" cy="274320"/>
          </a:xfrm>
          <a:prstGeom prst="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3620B"/>
                </a:solidFill>
                <a:latin typeface="微软雅黑"/>
                <a:ea typeface="微软雅黑"/>
              </a:rPr>
              <a:t>交付:变长 decode 图实现  |  Shape 配置  |  三模式(无投机 / 固定 K / 动态 K)对比实测包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37776" y="1700784"/>
            <a:ext cx="2231136" cy="3108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 程 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38944" y="2212848"/>
            <a:ext cx="25603" cy="4160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24942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2194560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 天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G1 · 判定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把加速比从 c=48 补测到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c=128 / c=256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看固定 K 是否收益衰减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不达标即停,不进入开发</a:t>
            </a:r>
          </a:p>
        </p:txBody>
      </p:sp>
      <p:sp>
        <p:nvSpPr>
          <p:cNvPr id="50" name="Oval 49"/>
          <p:cNvSpPr/>
          <p:nvPr/>
        </p:nvSpPr>
        <p:spPr>
          <a:xfrm>
            <a:off x="9720072" y="331012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255264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T+3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G2 · 打通信号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vllm-ascend 加载置信度头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端到端读出逐位置信度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与实测接受率做相关性验证</a:t>
            </a:r>
          </a:p>
        </p:txBody>
      </p:sp>
      <p:sp>
        <p:nvSpPr>
          <p:cNvPr id="52" name="Oval 51"/>
          <p:cNvSpPr/>
          <p:nvPr/>
        </p:nvSpPr>
        <p:spPr>
          <a:xfrm>
            <a:off x="9720072" y="4370831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315968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T+11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G3 · 图模式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动态 K 在图模式下运行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端到端不劣于同预算固定 K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本项目主要技术风险所在</a:t>
            </a:r>
          </a:p>
        </p:txBody>
      </p:sp>
      <p:sp>
        <p:nvSpPr>
          <p:cNvPr id="54" name="Oval 53"/>
          <p:cNvSpPr/>
          <p:nvPr/>
        </p:nvSpPr>
        <p:spPr>
          <a:xfrm>
            <a:off x="9720072" y="5431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376672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T+15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合入与扩展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推广到通用模型路径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补齐限制项 + 复现文档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7776" y="64556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677"/>
                </a:solidFill>
                <a:latin typeface="微软雅黑"/>
                <a:ea typeface="微软雅黑"/>
              </a:rPr>
              <a:t>T = 立项批准日;绝对日期待排期确定后填入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尚未加载(短期缺项)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非难点。上游改动仅为解除一行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丢弃逻辑 + 一个线性头。草稿侧我们已就位: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训练已产出该头,且已按上游区分 bias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89204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