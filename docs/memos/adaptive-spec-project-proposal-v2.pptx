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B222E"/>
                </a:solidFill>
                <a:latin typeface="微软雅黑"/>
                <a:ea typeface="微软雅黑"/>
              </a:rPr>
              <a:t>昇腾 NPU 自适应投机解码 · 图模式支持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F6FEB"/>
                </a:solidFill>
                <a:latin typeface="微软雅黑"/>
                <a:ea typeface="微软雅黑"/>
              </a:rPr>
              <a:t>立项建议书 v2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700" b="0">
                <a:solidFill>
                  <a:srgbClr val="5B6677"/>
                </a:solidFill>
                <a:latin typeface="微软雅黑"/>
                <a:ea typeface="微软雅黑"/>
              </a:rPr>
              <a:t>覆盖通用模型(FIA 路径)与 DeepSeek-V4-Flash(DSA 路径)两条路线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技术判断已完成前置调查,结论出自 vllm-ascend 源码、vLLM PR #48692、昇腾算子文档;本文只讲清楚:问题是什么、怎么做、大概要多久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一、为什么立项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投机解码的下一个增量不在训练侧,而在“每个请求验证多长”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2924251"/>
                <a:gridCol w="3824020"/>
                <a:gridCol w="3374136"/>
              </a:tblGrid>
              <a:tr h="7132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立项要解决的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算法侧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全 batch 统一验证长度 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高置信请求本可多验,低置信请求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白白浪费 target 计算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按置信度给每请求分配 K_i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工程侧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固定 K 已入图,收益稳定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K_i 每轮变化 → ragged batch,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与设备图“形状固定”天然冲突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让变长与图共存,且开销可控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生态侧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GPU 侧有原型(未合入)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NPU 侧空白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 PR 仅覆盖一种后端,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且未证明加速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NPU 侧首个可用实现,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通用模型与 DSV4 都受益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微软雅黑"/>
                <a:ea typeface="微软雅黑"/>
              </a:rPr>
              <a:t>收益随 target 变贵而放大 —— 这是本项目价值的核心判断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GPU 侧原型在 8B 稠密模型上测不出加速(verify 本来就便宜),但同预算下接受长度从 3.445 提升到 3.707;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target 越大、verify 越贵,少验一个 token 省下的越多 —— 大 MoE(如 DSV4-Flash)是收益最大的场景;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我们已有 DSpark 训练侧与 serve 侧的完整链路,是国内少数具备端到端验证条件的团队。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二、目标与范围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明确不做什么,与明确做什么同样重要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240"/>
                <a:gridCol w="5286146"/>
                <a:gridCol w="4948732"/>
              </a:tblGrid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做(In scope)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不做(Out of scope)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算法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confidence head 输出 → 每请求 K_i 分配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总验证预算按 batch 规模确定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不重新训练 confidence head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不改动 draft 模型结构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工程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K_i → 有效 token 的设备侧 compaction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workspace / 图键改为 bucket 化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捕图期预分配与长期复用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变长 metadata 与图 replay 打通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不做 PD 分离、不改调度器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不承诺 FIA v2 算子接口改动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  (外部依赖,见风险页)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DSV4-Flash(DSA 路径)端到端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通用稠密模型(FIA 路径)可行性与摊薄方案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不覆盖 MTP / Eagle3 等其它投机算法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不覆盖训练侧改动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29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22E"/>
                </a:solidFill>
                <a:latin typeface="微软雅黑"/>
                <a:ea typeface="微软雅黑"/>
              </a:rPr>
              <a:t>交付物:可用实现(vllm-ascend 分支)+ 四模式对比数据 + 上游 PR + 复现文档。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三、技术可行性 —— 前置调查已完成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三条结论均有代码/文档出处,不是推测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9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125"/>
                <a:gridCol w="6185916"/>
                <a:gridCol w="3599078"/>
              </a:tblGrid>
              <a:tr h="9326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调查结论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对立项的意义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设备侧长度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DSA / lightning-indexer / SFA 的签名即 torch.Tensor,调用处传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query_start_loc[1:].clone(),全程不过 host;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FIA v2 的 actual_seq_qlen 是 Host int 数组,全部调用点 .tolist()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E7A4B"/>
                          </a:solidFill>
                          <a:latin typeface="微软雅黑"/>
                          <a:ea typeface="微软雅黑"/>
                        </a:rPr>
                        <a:t>DSV4 前置条件已满足 → 可立即开工;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E7A4B"/>
                          </a:solidFill>
                          <a:latin typeface="微软雅黑"/>
                          <a:ea typeface="微软雅黑"/>
                        </a:rPr>
                        <a:t>通用模型需额外方案(见风险)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增量代价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固定-K 投机早已入图,replay 前逐层更新 seq lengths,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graph_task_update 开销已经在付;动态 K 的真正增量是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workspace 每轮 miss(缓存键=本轮总 token 数)+ 图键爆炸 + padding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E7A4B"/>
                          </a:solidFill>
                          <a:latin typeface="微软雅黑"/>
                          <a:ea typeface="微软雅黑"/>
                        </a:rPr>
                        <a:t>工作量收敛到 3 个明确点,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E7A4B"/>
                          </a:solidFill>
                          <a:latin typeface="微软雅黑"/>
                          <a:ea typeface="微软雅黑"/>
                        </a:rPr>
                        <a:t>不是“重写图路径”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GPU 参考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PR #48692 已关闭未合入;不做在线预算分配;仅 FLASH_ATTENTION;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作者自述测不出加速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不能直接移植;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但变长与全图共存的设计可借鉴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292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微软雅黑"/>
                <a:ea typeface="微软雅黑"/>
              </a:rPr>
              <a:t>结论:技术路径清晰,主要不确定性在“收益幅度”而非“能否实现” —— 因此第一阶段设为收益量化,而非直接开发。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四、实施方案与里程碑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三阶段推进,每阶段结束设决策门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54"/>
                <a:gridCol w="899769"/>
                <a:gridCol w="4723790"/>
                <a:gridCol w="2249424"/>
                <a:gridCol w="2024481"/>
              </a:tblGrid>
              <a:tr h="10515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主要工作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决策门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0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收益量化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统计同流量下静态 K 与自适应分配的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  target 实际验证 token 数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搭建四模式对比与 profiling 工具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收益评估报告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基线数据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G1:token 减少量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是否值得继续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1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DSV4 打通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6–8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K_i 设备侧 compaction 全链路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workspace / 图键 bucket 化 + 捕图预分配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端到端跑通、调优、四模式实测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vllm-ascend 分支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端到端性能数据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G2:端到端时延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是否优于静态 K 全图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2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通用扩展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4–6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FIA 路径变长兼容标志对齐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host metadata 分桶摊薄方案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· 推动算子侧接受设备张量(外部协同)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通用模型支持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 PR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G3:是否推动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算子接口改动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03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微软雅黑"/>
                <a:ea typeface="微软雅黑"/>
              </a:rPr>
              <a:t>总周期约 3–4 个月:阶段 0 的结论直接决定阶段 1 是否启动;阶段 2 可与阶段 1 部分并行,但算子改动依赖外部排期。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B6677"/>
                </a:solidFill>
                <a:latin typeface="微软雅黑"/>
                <a:ea typeface="微软雅黑"/>
              </a:rPr>
              <a:t>两周即可拿到第一个决策依据 —— 主要不确定性在“收益幅度”而非“能否实现”,所以先量化,不直接开发。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五、风险与依赖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按“是否阻断”排序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9078"/>
                <a:gridCol w="2699308"/>
                <a:gridCol w="4948732"/>
              </a:tblGrid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风险 / 依赖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影响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应对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收益幅度不足 —— 动态分配少算的 token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不足以覆盖图外开销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A31D2A"/>
                          </a:solidFill>
                          <a:latin typeface="微软雅黑"/>
                          <a:ea typeface="微软雅黑"/>
                        </a:rPr>
                        <a:t>阻断,项目失去意义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0 先量化;G1 不达标即停,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只花两周,不进入开发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FIA v2 不接受设备张量长度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(通用模型路线)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阻断通用模型,不影响 DSV4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先交付 DSV4;并行以 bucket 摊薄 host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metadata;同时推动算子侧支持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图键 / 捕图数量爆炸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显存与启动时间上升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按 (batch bucket × 总验证 token bucket)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建键,限制桶数并实测 padding 浪费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昇腾算子与 CANN 版本演进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接口变动导致返工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实现与算子调用之间保留派发层,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跟随 vllm-ascend 主线节奏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 GPU 侧方案变化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(#48692 已关闭)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参考失效,不阻断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以我方实测为准,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不以上游 PR 为前提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六、决策门与验收标准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每个门都是可量化的,不靠主观判断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183"/>
                <a:gridCol w="1237183"/>
                <a:gridCol w="5398617"/>
                <a:gridCol w="3374136"/>
              </a:tblGrid>
              <a:tr h="9144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门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时点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通过标准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不通过则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G1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收益量化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2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同流量下自适应分配相对静态 K 的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target 验证 token 数显著减少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终止立项,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输出评估报告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G2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端到端可用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10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动态 K 全图模式端到端 decode 时延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优于静态 K 全图;图命中率与 padding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浪费在可接受范围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回退到静态 K,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保留 profiling 成果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G3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通用扩展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16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通用稠密模型在 FIA 路径上可运行,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或明确算子改动方案与排期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范围收敛为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DSV4 专用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091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22E"/>
                </a:solidFill>
                <a:latin typeface="微软雅黑"/>
                <a:ea typeface="微软雅黑"/>
              </a:rPr>
              <a:t>最终验收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可用实现合入 vllm-ascend 分支,四模式对比数据齐备,复现文档可被他人独立执行;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至少一个模型(DSV4-Flash)在动态 K 全图模式下取得端到端加速;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B222E"/>
                </a:solidFill>
                <a:latin typeface="微软雅黑"/>
                <a:ea typeface="微软雅黑"/>
              </a:rPr>
              <a:t>· 通用模型路线给出明确结论:可行方案或阻断原因与所需外部支持。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微软雅黑"/>
                <a:ea typeface="微软雅黑"/>
              </a:rPr>
              <a:t>建议:先做阶段 0,用两周数据决定后面要不要继续。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