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DSV4-Flash DSpark Draft Training on Ascend NPU</a:t>
            </a:r>
          </a:p>
          <a:p>
            <a:r>
              <a:rPr sz="2000" b="0" i="0">
                <a:solidFill>
                  <a:srgbClr val="9FC0FF"/>
                </a:solidFill>
                <a:latin typeface="Calibri"/>
              </a:rPr>
              <a:t>Design decisions, implementation &amp; measured results</a:t>
            </a:r>
          </a:p>
          <a:p>
            <a:pPr>
              <a:spcBef>
                <a:spcPts val="1800"/>
              </a:spcBef>
            </a:pPr>
            <a:r>
              <a:rPr sz="1500" b="0" i="0">
                <a:solidFill>
                  <a:srgbClr val="C7D3E8"/>
                </a:solidFill>
                <a:latin typeface="Calibri"/>
              </a:rPr>
              <a:t>HF-native  ·  FSDP2 + Expert-Parallel(8) MoE  ·  grouped-GEMM  ·  online HS extraction</a:t>
            </a:r>
          </a:p>
          <a:p>
            <a:r>
              <a:rPr sz="1300" b="0" i="0">
                <a:solidFill>
                  <a:srgbClr val="8FA3C0"/>
                </a:solidFill>
                <a:latin typeface="Calibri"/>
              </a:rPr>
              <a:t>Sawyer117 / Austin Wen   ·  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8FB6FF"/>
                </a:solidFill>
                <a:latin typeface="Calibri"/>
              </a:rPr>
              <a:t>WHY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Goal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Reproduce DeepSeek's DSpark speculative-decoding draft for DeepSeek-V4-Flash on Ascend NPU (A2, 8×64 GB).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Target: match the released draft's acceptance length — AL 3.94 @ num_spec=5 (vllm-ascend PR #11196).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Draft = 3 DSV4-native decoder layers (MLA + sink + 256-expert MoE + hyper-connections) + Markov/confidence heads.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Trained via speculators (HF-native, FSDP2 — NOT megatron); greedy temp=0 end-to-end (gen/train/eval self-consistent).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Two hard requirements that shaped everything: fit 256 experts on one A2 node, and get target hidden states out of vLLM.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DSV4-DSpark · NPU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8FB6FF"/>
                </a:solidFill>
                <a:latin typeface="Calibri"/>
              </a:rPr>
              <a:t>SYSTEM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6CF6"/>
                </a:solidFill>
                <a:latin typeface="Calibri"/>
              </a:rPr>
              <a:t>env build  →  rollout (greedy)  →  serve + HS dump  →  train (FSDP2+EP8)  →  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Coupling that makes it one chain:  rollout row index  =  HS file name  =  trainer sample key.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Rollout: target generates prompt+response (greedy, max-tokens 3072) → Arrow dataset with loss_mask.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Serve: DeepSeek-V4-Flash bf16, 2×A2 (TP8/DP2, EP OFF); HS_DUMP writes hs_&lt;row&gt;.safetensors to shared storage.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Train: reads Arrow + rolling HS buffer (produce-one/consume-one); no offline HS store.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Eval: serve verifier + trained draft, measure accept length vs the released-draft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DSV4-DSpark · NPU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8FB6FF"/>
                </a:solidFill>
                <a:latin typeface="Calibri"/>
              </a:rPr>
              <a:t>WHAT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Architecture — verified from the weights, not analogy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937760"/>
                <a:gridCol w="45720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Target (DeepSeek-V4-Flash, 43 L)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Draft (DSpark, 3 mtp, γ=5)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Attention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MLA + per-head sink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MLA + per-head sink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Long-context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SWA-128 + CSA(c4a) + HCA(c128a)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SWA-128 only — NO DSA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FFN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256-expert MoE, top-6, +shared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256-expert MoE, top-6, +shared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Residual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mHC (Manifold-Constrained Hyper-Conn.)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mHC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Heads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main_proj@mtp0; markov+confidence@mtp2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A6678"/>
                </a:solidFill>
                <a:latin typeface="Calibri"/>
              </a:rPr>
              <a:t>Ground truth = released checkpoint weight keys + DSpark paper (arXiv:2607.05147). </a:t>
            </a:r>
            <a:r>
              <a:rPr sz="1300" b="0" i="1">
                <a:solidFill>
                  <a:srgbClr val="C05200"/>
                </a:solidFill>
                <a:latin typeface="Calibri"/>
              </a:rPr>
              <a:t>The draft has NO compressor/indexer keys → it is dense sliding-window, not sparse. "MLA+DSA+SWA" for the draft is WRONG; correct = MLA + sink + SWA.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DSV4-DSpark · NPU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8FB6FF"/>
                </a:solidFill>
                <a:latin typeface="Calibri"/>
              </a:rPr>
              <a:t>DECISION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Design decision #1 — HS extraction: PR-based dumper, not the native connector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Native  extract_hidden_states  connector fails on DSV4 for three independent reasons:</a:t>
            </a:r>
          </a:p>
          <a:p>
            <a:pPr lvl="1">
              <a:spcAft>
                <a:spcPts val="600"/>
              </a:spcAft>
            </a:pPr>
            <a:r>
              <a:rPr sz="1600" b="1" i="0">
                <a:solidFill>
                  <a:srgbClr val="5A6678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C05200"/>
                </a:solidFill>
                <a:latin typeface="Calibri"/>
              </a:rPr>
              <a:t>KV memory pathology — a CacheOnly cache co-sized with the real KV; DSV4's KV is hyper-compressed so it OOMs.</a:t>
            </a:r>
          </a:p>
          <a:p>
            <a:pPr lvl="1">
              <a:spcAft>
                <a:spcPts val="600"/>
              </a:spcAft>
            </a:pPr>
            <a:r>
              <a:rPr sz="1600" b="1" i="0">
                <a:solidFill>
                  <a:srgbClr val="5A6678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C05200"/>
                </a:solidFill>
                <a:latin typeface="Calibri"/>
              </a:rPr>
              <a:t>vLLM version lock — crashes on our pinned 0.23.0; only fixed on 0.24 (which flips the v1→v2 runner).</a:t>
            </a:r>
          </a:p>
          <a:p>
            <a:pPr lvl="1">
              <a:spcAft>
                <a:spcPts val="600"/>
              </a:spcAft>
            </a:pPr>
            <a:r>
              <a:rPr sz="1600" b="1" i="0">
                <a:solidFill>
                  <a:srgbClr val="5A6678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C05200"/>
                </a:solidFill>
                <a:latin typeface="Calibri"/>
              </a:rPr>
              <a:t>PD-disaggregation clash — kv_producer mode is incompatible with Ascend balance-scheduling.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8A4E"/>
                </a:solidFill>
                <a:latin typeface="Calibri"/>
              </a:rPr>
              <a:t>Chosen: Plan-B dumper — rides the DSV4 model's existing target-hidden buffer (vllm-ascend #11571).</a:t>
            </a:r>
          </a:p>
          <a:p>
            <a:pPr lvl="1">
              <a:spcAft>
                <a:spcPts val="600"/>
              </a:spcAft>
            </a:pPr>
            <a:r>
              <a:rPr sz="1600" b="1" i="0">
                <a:solidFill>
                  <a:srgbClr val="5A6678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1B2538"/>
                </a:solidFill>
                <a:latin typeface="Calibri"/>
              </a:rPr>
              <a:t>A runner post-forward hook copies the buffer + post-norm hidden to CPU; writes the standard ArrowDataset format.</a:t>
            </a:r>
          </a:p>
          <a:p>
            <a:pPr lvl="1">
              <a:spcAft>
                <a:spcPts val="600"/>
              </a:spcAft>
            </a:pPr>
            <a:r>
              <a:rPr sz="1600" b="1" i="0">
                <a:solidFill>
                  <a:srgbClr val="5A6678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1B8A4E"/>
                </a:solidFill>
                <a:latin typeface="Calibri"/>
              </a:rPr>
              <a:t>Zero extra NPU KV, runs on the validated 0.23.0 serve, no PD-disagg. Validated end-to-end (3436 tok/s).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DSV4-DSpark · NPU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8FB6FF"/>
                </a:solidFill>
                <a:latin typeface="Calibri"/>
              </a:rPr>
              <a:t>DECISION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Design decision #2 — Expert-Parallel MoE (DTensor-native)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Problem: 256 experts × 3 layers. Per-shape MoE recompiles → ~160 s forward spikes; per-expert FSDP blocks fused grouped-GEMM.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C05200"/>
                </a:solidFill>
                <a:latin typeface="Calibri"/>
              </a:rPr>
              <a:t>Rejected — plain-tensor experts via FSDP ignored_params: mixes plain + DTensor → clip / AdamW / checkpoint crash → patch whack-a-mole → not upstreamable.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8A4E"/>
                </a:solidFill>
                <a:latin typeface="Calibri"/>
              </a:rPr>
              <a:t>Chosen — GroupedExperts + Shard(0) DTensors (torchtitan-aligned):</a:t>
            </a:r>
          </a:p>
          <a:p>
            <a:pPr lvl="1">
              <a:spcAft>
                <a:spcPts val="600"/>
              </a:spcAft>
            </a:pPr>
            <a:r>
              <a:rPr sz="1600" b="1" i="0">
                <a:solidFill>
                  <a:srgbClr val="5A6678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1B2538"/>
                </a:solidFill>
                <a:latin typeface="Calibri"/>
              </a:rPr>
              <a:t>stacked expert weights, each rank's slice a Shard(0) DTensor on the SAME mesh as FSDP → every param a uniform DTensor.</a:t>
            </a:r>
          </a:p>
          <a:p>
            <a:pPr lvl="1">
              <a:spcAft>
                <a:spcPts val="600"/>
              </a:spcAft>
            </a:pPr>
            <a:r>
              <a:rPr sz="1600" b="1" i="0">
                <a:solidFill>
                  <a:srgbClr val="5A6678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1B8A4E"/>
                </a:solidFill>
                <a:latin typeface="Calibri"/>
              </a:rPr>
              <a:t>optimizer / clip / DCP checkpoint need NO special-casing — all patches removed.</a:t>
            </a:r>
          </a:p>
          <a:p>
            <a:pPr lvl="1">
              <a:spcAft>
                <a:spcPts val="600"/>
              </a:spcAft>
            </a:pPr>
            <a:r>
              <a:rPr sz="1600" b="1" i="0">
                <a:solidFill>
                  <a:srgbClr val="5A6678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1B2538"/>
                </a:solidFill>
                <a:latin typeface="Calibri"/>
              </a:rPr>
              <a:t>forward: all-to-all tokens → local grouped-GEMM (npu_grouped_matmul) → all-to-all back (autograd-aware).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8A4E"/>
                </a:solidFill>
                <a:latin typeface="Calibri"/>
              </a:rPr>
              <a:t>Effect: 256-expert step  ~160 s recompile spikes  →  steady ~370 ms forward.  Clean, checkpointable, upstreamable.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DSV4-DSpark · NPU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8FB6FF"/>
                </a:solidFill>
                <a:latin typeface="Calibri"/>
              </a:rPr>
              <a:t>CORRECTNESS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The block_size off-by-one (caught mid-run)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DSV4 DSpark drafts γ = 5 tokens per block (num_speculative_tokens = 5).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BUT the speculators trainer's block_size is the block WIDTH incl the anchor (slot 0, loss-masked): drafts = block_size − 1.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C05200"/>
                </a:solidFill>
                <a:latin typeface="Calibri"/>
              </a:rPr>
              <a:t>So training needs --block-size 6, not 5. Passing 5 silently drafts only 4 (logs showed position_1..4).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Three-way verified: dflash/core.py:188 ("first block position is the anchor, not emitted"); vllm-ascend n_predict = dspark_block_size (no −1); Qwen3 cross-check (train BLOCK_SIZE=8 ⇔ release block_size=7).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8A4E"/>
                </a:solidFill>
                <a:latin typeface="Calibri"/>
              </a:rPr>
              <a:t>Fixed → --block-size 6; logs now show position_1..5 (5 draft positions). Window: train 133/5, infer 132/4.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DSV4-DSpark · NPU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8FB6FF"/>
                </a:solidFill>
                <a:latin typeface="Calibri"/>
              </a:rPr>
              <a:t>RESULTS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Training results — epoch 0 complete (block6 @ 196 anchors, EP8)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737360"/>
                <a:gridCol w="4389120"/>
                <a:gridCol w="19202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start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end of epoch 0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2.26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0.29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accept_len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2.32 ↑ (max 2.71)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3.94 (released)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position_1..5 acc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0.65 / 0.49 / 0.37 / 0.31 / 0.27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confidence pred vs 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0.20 vs 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calibrate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947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8A4E"/>
                </a:solidFill>
                <a:latin typeface="Calibri"/>
              </a:rPr>
              <a:t>Still learning at epoch end — recent-500 vs prior-500: loss↓, accept_len↑, full_acc↑ (not plateaued).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accept_len 2.32 after 1 epoch (of 20); climbing toward the released-draft 3.94 — needs more epochs.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Memory 59 GB / 64 (92%). Two crash bugs fixed this run: --block-size 6 (off-by-one) and the val</a:t>
            </a:r>
          </a:p>
          <a:p>
            <a:pPr lvl="1">
              <a:spcAft>
                <a:spcPts val="600"/>
              </a:spcAft>
            </a:pPr>
            <a:r>
              <a:rPr sz="1600" b="1" i="0">
                <a:solidFill>
                  <a:srgbClr val="5A6678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1B2538"/>
                </a:solidFill>
                <a:latin typeface="Calibri"/>
              </a:rPr>
              <a:t>dataloader fork-at-epoch-boundary (num_workers=0); training now survives epoch boundaries + resumes.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Converged per-benchmark numbers pending train→eval (needs the stacked→per-expert converter).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DSV4-DSpark · NPU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8FB6FF"/>
                </a:solidFill>
                <a:latin typeface="Calibri"/>
              </a:rPr>
              <a:t>PERFORMANCE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Throughput — steady is a lie; spikes eat 75% of wall-clock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931920"/>
                <a:gridCol w="40233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steady (spikes excluded)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EFFECTIVE (real, incl spikes)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step time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~1.17 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~4.8 s  (4.1×)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throughput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~2.6k tok/s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~630 tok/s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1 epoch (4416 steps)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(would be ~1.4 h)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8"/>
                          </a:solidFill>
                          <a:latin typeface="Calibri"/>
                        </a:rPr>
                        <a:t>5.8 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7889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B2538"/>
                </a:solidFill>
                <a:latin typeface="Calibri"/>
              </a:rPr>
              <a:t>Spike overhead ≈ 15,700 s / epoch (75% of wall-clock) breaks down as: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200400"/>
          <a:ext cx="117043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194560"/>
                <a:gridCol w="219456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cause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count × each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MoE recompile (new token-count shapes)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~623 × ~18 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~11.2k s (71%)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fixed-shape MoE padding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checkpoint save (EP-DCP gather)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~10 × ~300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~3.0k s (19%)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raise --checkpoint-freq (→1/epoch)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real HS starvation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~2 × ~300 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~0.6k s (4%)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serve throughput (minor)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749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8A4E"/>
                </a:solidFill>
                <a:latin typeface="Calibri"/>
              </a:rPr>
              <a:t>Two levers → ~3× (5.8 h → ~2 h/epoch): fixed-shape MoE padding (recompiles) + save once/epoch (checkpoints).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Backward (~620 ms) dominates the steady step; HS fetch (~27 ms) is NOT the bottleneck (giant 'fetch' spikes were checkpoints).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DSV4-DSpark · NPU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8FB6FF"/>
                </a:solidFill>
                <a:latin typeface="Calibri"/>
              </a:rPr>
              <a:t>KERNEL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Draft attention op — SWA + non-causal + sink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521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005840"/>
                <a:gridCol w="1554480"/>
                <a:gridCol w="1005840"/>
                <a:gridCol w="13716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op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SWA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non-causal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sink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backward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1B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vllm-ascend SAS (inference)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inference / gold reference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SDPA / npu_fusion_attention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— (missing sink + non-causal)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einsum (current training path)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✓ slow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training now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Triton kernel (built)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538"/>
                          </a:solidFill>
                          <a:latin typeface="Calibri"/>
                        </a:rPr>
                        <a:t>training target — 5.96e-7 vs 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No single fused op has all four — so training uses the (correct but slow) einsum; the Triton kernel fuses it.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8A4E"/>
                </a:solidFill>
                <a:latin typeface="Calibri"/>
              </a:rPr>
              <a:t>Triton kernel is done and validated (matches the gold reference at fp32 5.96e-7); needs integration into training.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Real inference dispatches to the SAS op (source verified non-causal; #11196 relaxed the causal asserts).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DSV4-DSpark · NPU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8FB6FF"/>
                </a:solidFill>
                <a:latin typeface="Calibri"/>
              </a:rPr>
              <a:t>VALIDATION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Correctness validation — "it runs" ≠ "it's correct"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Every module needs a correctness ORACLE, not just a smoke test. Status today: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8A4E"/>
                </a:solidFill>
                <a:latin typeface="Calibri"/>
              </a:rPr>
              <a:t>GREEN (gold-standard oracle): MoE grouped-GEMM &amp; all-to-all parity, HF component parity, MLA ref, draft-attn vs gold, mHC Sinkhorn.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C05200"/>
                </a:solidFill>
                <a:latin typeface="Calibri"/>
              </a:rPr>
              <a:t>PENDING: assembled-draft numeric parity; structural weight-key parity vs the released draft; HS value-correctness.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C05200"/>
                </a:solidFill>
                <a:latin typeface="Calibri"/>
              </a:rPr>
              <a:t>Silently-wrong gates to add: EP-invariance (EP=1 vs 8), gradcheck on hand-written backward, overfit-one-batch, serve↔train config guard.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Green-check runner tiered CPU / single-NPU / needs-serve; the block-size bug is exactly the kind the config guard catches.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DSV4-DSpark · NPU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8FB6FF"/>
                </a:solidFill>
                <a:latin typeface="Calibri"/>
              </a:rPr>
              <a:t>NEXT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Remaining work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E6CF6"/>
                </a:solidFill>
                <a:latin typeface="Calibri"/>
              </a:rPr>
              <a:t>Throughput (biggest single win, ~3×): fixed-shape MoE padding (kills recompiles) + save once/epoch (done, one-liner).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E6CF6"/>
                </a:solidFill>
                <a:latin typeface="Calibri"/>
              </a:rPr>
              <a:t>Critical path: stacked→per-expert weight converter (unblocks serve/eval) → full train→eval → fill converged numbers.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Validation gates (cheap, CPU): structural parity · EP-invariance · overfit-one-batch · config guard.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Perf follow-ups: argsort AiCore fix · gradient checkpointing (→512 anchors) · SWA Triton kernel into training.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Upstream: carve the DTensor-native EP refactor into a clean GPU-safe PR.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5A6678"/>
                </a:solidFill>
                <a:latin typeface="Calibri"/>
              </a:rPr>
              <a:t>Deferred: native extract HS path (needs vLLM 0.24 + the DP0/head memory pathology solved).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DSV4-DSpark · NPU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8FB6FF"/>
                </a:solidFill>
                <a:latin typeface="Calibri"/>
              </a:rPr>
              <a:t>SOURCES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Reproducibility &amp;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Every load-bearing claim is tied to a file:line / released config field / PR / paper — see the design doc §1.5 + §10.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Design &amp; results: docs/deployment/ascend-npu-dsv4-dspark-ep-training.md  (branch feat/dsv4-dspark).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Pipeline index + per-stage archive: docs/deployment/ascend-npu-dsv4-dspark-pipeline.md.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HS extraction deep-dive: ascend-npu-dsv4-hs-dumper-planB.md.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Repos: Sawyer117/speculators (trainer) · Sawyer117/vllm-ascend @ feat/dsv4-hs-dumper (serve+HS) · non-causal-swa-triton-ascend (kernel).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6C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2538"/>
                </a:solidFill>
                <a:latin typeface="Calibri"/>
              </a:rPr>
              <a:t>Log analysis: examples/ascend_npu_dflash/analyze_train_run.py (loss / accept / confidence / timing / spikes + plots).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DSV4-DSpark · NPU ·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